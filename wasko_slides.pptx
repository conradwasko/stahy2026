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2" r:id="rId4"/>
    <p:sldMasterId id="2147483713" r:id="rId5"/>
    <p:sldMasterId id="2147483720" r:id="rId6"/>
    <p:sldMasterId id="2147483725" r:id="rId7"/>
    <p:sldMasterId id="2147483648" r:id="rId8"/>
  </p:sldMasterIdLst>
  <p:notesMasterIdLst>
    <p:notesMasterId r:id="rId43"/>
  </p:notesMasterIdLst>
  <p:sldIdLst>
    <p:sldId id="785" r:id="rId9"/>
    <p:sldId id="786" r:id="rId10"/>
    <p:sldId id="771" r:id="rId11"/>
    <p:sldId id="787" r:id="rId12"/>
    <p:sldId id="789" r:id="rId13"/>
    <p:sldId id="791" r:id="rId14"/>
    <p:sldId id="793" r:id="rId15"/>
    <p:sldId id="790" r:id="rId16"/>
    <p:sldId id="802" r:id="rId17"/>
    <p:sldId id="805" r:id="rId18"/>
    <p:sldId id="806" r:id="rId19"/>
    <p:sldId id="804" r:id="rId20"/>
    <p:sldId id="807" r:id="rId21"/>
    <p:sldId id="794" r:id="rId22"/>
    <p:sldId id="795" r:id="rId23"/>
    <p:sldId id="792" r:id="rId24"/>
    <p:sldId id="801" r:id="rId25"/>
    <p:sldId id="796" r:id="rId26"/>
    <p:sldId id="808" r:id="rId27"/>
    <p:sldId id="391" r:id="rId28"/>
    <p:sldId id="817" r:id="rId29"/>
    <p:sldId id="809" r:id="rId30"/>
    <p:sldId id="810" r:id="rId31"/>
    <p:sldId id="811" r:id="rId32"/>
    <p:sldId id="812" r:id="rId33"/>
    <p:sldId id="815" r:id="rId34"/>
    <p:sldId id="814" r:id="rId35"/>
    <p:sldId id="800" r:id="rId36"/>
    <p:sldId id="413" r:id="rId37"/>
    <p:sldId id="797" r:id="rId38"/>
    <p:sldId id="813" r:id="rId39"/>
    <p:sldId id="818" r:id="rId40"/>
    <p:sldId id="417" r:id="rId41"/>
    <p:sldId id="378" r:id="rId42"/>
  </p:sldIdLst>
  <p:sldSz cx="9144000" cy="5143500" type="screen16x9"/>
  <p:notesSz cx="9144000" cy="51435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45E"/>
    <a:srgbClr val="8F9EC9"/>
    <a:srgbClr val="DAA8A2"/>
    <a:srgbClr val="000000"/>
    <a:srgbClr val="FFED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66" autoAdjust="0"/>
    <p:restoredTop sz="86420" autoAdjust="0"/>
  </p:normalViewPr>
  <p:slideViewPr>
    <p:cSldViewPr>
      <p:cViewPr varScale="1">
        <p:scale>
          <a:sx n="126" d="100"/>
          <a:sy n="126" d="100"/>
        </p:scale>
        <p:origin x="804" y="120"/>
      </p:cViewPr>
      <p:guideLst/>
    </p:cSldViewPr>
  </p:slideViewPr>
  <p:outlineViewPr>
    <p:cViewPr>
      <p:scale>
        <a:sx n="33" d="100"/>
        <a:sy n="33" d="100"/>
      </p:scale>
      <p:origin x="0" y="-17586"/>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rad Wasko" userId="0e3f727c-ca70-403e-bd1a-b178ff0e2073" providerId="ADAL" clId="{A180BBC7-C338-41DD-8F8C-111C0C299353}"/>
    <pc:docChg chg="undo custSel addSld delSld modSld sldOrd">
      <pc:chgData name="Conrad Wasko" userId="0e3f727c-ca70-403e-bd1a-b178ff0e2073" providerId="ADAL" clId="{A180BBC7-C338-41DD-8F8C-111C0C299353}" dt="2026-07-08T06:13:48.111" v="324" actId="20577"/>
      <pc:docMkLst>
        <pc:docMk/>
      </pc:docMkLst>
      <pc:sldChg chg="addSp modSp mod">
        <pc:chgData name="Conrad Wasko" userId="0e3f727c-ca70-403e-bd1a-b178ff0e2073" providerId="ADAL" clId="{A180BBC7-C338-41DD-8F8C-111C0C299353}" dt="2026-07-08T05:29:47.987" v="315" actId="6549"/>
        <pc:sldMkLst>
          <pc:docMk/>
          <pc:sldMk cId="1345576822" sldId="378"/>
        </pc:sldMkLst>
        <pc:spChg chg="mod">
          <ac:chgData name="Conrad Wasko" userId="0e3f727c-ca70-403e-bd1a-b178ff0e2073" providerId="ADAL" clId="{A180BBC7-C338-41DD-8F8C-111C0C299353}" dt="2026-07-08T05:29:47.987" v="315" actId="6549"/>
          <ac:spMkLst>
            <pc:docMk/>
            <pc:sldMk cId="1345576822" sldId="378"/>
            <ac:spMk id="2" creationId="{6AB339CD-B7C1-7300-BACB-DA558F2FC530}"/>
          </ac:spMkLst>
        </pc:spChg>
        <pc:picChg chg="add mod">
          <ac:chgData name="Conrad Wasko" userId="0e3f727c-ca70-403e-bd1a-b178ff0e2073" providerId="ADAL" clId="{A180BBC7-C338-41DD-8F8C-111C0C299353}" dt="2026-07-08T05:29:37.065" v="312"/>
          <ac:picMkLst>
            <pc:docMk/>
            <pc:sldMk cId="1345576822" sldId="378"/>
            <ac:picMk id="3" creationId="{78F836BB-34BE-A7EB-1F5E-69A06016F67A}"/>
          </ac:picMkLst>
        </pc:picChg>
      </pc:sldChg>
      <pc:sldChg chg="modAnim">
        <pc:chgData name="Conrad Wasko" userId="0e3f727c-ca70-403e-bd1a-b178ff0e2073" providerId="ADAL" clId="{A180BBC7-C338-41DD-8F8C-111C0C299353}" dt="2026-06-12T03:51:12.268" v="18"/>
        <pc:sldMkLst>
          <pc:docMk/>
          <pc:sldMk cId="2355855802" sldId="391"/>
        </pc:sldMkLst>
      </pc:sldChg>
      <pc:sldChg chg="delSp modSp mod modAnim">
        <pc:chgData name="Conrad Wasko" userId="0e3f727c-ca70-403e-bd1a-b178ff0e2073" providerId="ADAL" clId="{A180BBC7-C338-41DD-8F8C-111C0C299353}" dt="2026-06-25T07:11:37.590" v="286" actId="1076"/>
        <pc:sldMkLst>
          <pc:docMk/>
          <pc:sldMk cId="2121660844" sldId="413"/>
        </pc:sldMkLst>
        <pc:picChg chg="mod">
          <ac:chgData name="Conrad Wasko" userId="0e3f727c-ca70-403e-bd1a-b178ff0e2073" providerId="ADAL" clId="{A180BBC7-C338-41DD-8F8C-111C0C299353}" dt="2026-06-25T07:11:37.590" v="286" actId="1076"/>
          <ac:picMkLst>
            <pc:docMk/>
            <pc:sldMk cId="2121660844" sldId="413"/>
            <ac:picMk id="7" creationId="{CF8BC998-9849-5DF8-0D13-37EF667A8477}"/>
          </ac:picMkLst>
        </pc:picChg>
      </pc:sldChg>
      <pc:sldChg chg="addSp delSp modSp mod delAnim modAnim">
        <pc:chgData name="Conrad Wasko" userId="0e3f727c-ca70-403e-bd1a-b178ff0e2073" providerId="ADAL" clId="{A180BBC7-C338-41DD-8F8C-111C0C299353}" dt="2026-07-08T06:13:48.111" v="324" actId="20577"/>
        <pc:sldMkLst>
          <pc:docMk/>
          <pc:sldMk cId="2787500032" sldId="417"/>
        </pc:sldMkLst>
        <pc:spChg chg="mod">
          <ac:chgData name="Conrad Wasko" userId="0e3f727c-ca70-403e-bd1a-b178ff0e2073" providerId="ADAL" clId="{A180BBC7-C338-41DD-8F8C-111C0C299353}" dt="2026-06-25T07:13:13.257" v="309" actId="1035"/>
          <ac:spMkLst>
            <pc:docMk/>
            <pc:sldMk cId="2787500032" sldId="417"/>
            <ac:spMk id="2" creationId="{7BEC2C9D-C372-5F5B-4F21-A5B9A6549D10}"/>
          </ac:spMkLst>
        </pc:spChg>
        <pc:spChg chg="add mod">
          <ac:chgData name="Conrad Wasko" userId="0e3f727c-ca70-403e-bd1a-b178ff0e2073" providerId="ADAL" clId="{A180BBC7-C338-41DD-8F8C-111C0C299353}" dt="2026-07-08T06:13:48.111" v="324" actId="20577"/>
          <ac:spMkLst>
            <pc:docMk/>
            <pc:sldMk cId="2787500032" sldId="417"/>
            <ac:spMk id="3" creationId="{56BEF3FC-F9E2-8E18-B2CB-20AEFF00D34C}"/>
          </ac:spMkLst>
        </pc:spChg>
        <pc:spChg chg="mod">
          <ac:chgData name="Conrad Wasko" userId="0e3f727c-ca70-403e-bd1a-b178ff0e2073" providerId="ADAL" clId="{A180BBC7-C338-41DD-8F8C-111C0C299353}" dt="2026-06-25T07:13:05.096" v="307" actId="1036"/>
          <ac:spMkLst>
            <pc:docMk/>
            <pc:sldMk cId="2787500032" sldId="417"/>
            <ac:spMk id="10" creationId="{062350D9-7E10-5296-3B3A-CA6D962B8B19}"/>
          </ac:spMkLst>
        </pc:spChg>
        <pc:spChg chg="mod">
          <ac:chgData name="Conrad Wasko" userId="0e3f727c-ca70-403e-bd1a-b178ff0e2073" providerId="ADAL" clId="{A180BBC7-C338-41DD-8F8C-111C0C299353}" dt="2026-06-25T07:13:05.096" v="307" actId="1036"/>
          <ac:spMkLst>
            <pc:docMk/>
            <pc:sldMk cId="2787500032" sldId="417"/>
            <ac:spMk id="11" creationId="{2A607E59-3DF2-0AED-AB58-369E9C51E5EF}"/>
          </ac:spMkLst>
        </pc:spChg>
        <pc:spChg chg="mod">
          <ac:chgData name="Conrad Wasko" userId="0e3f727c-ca70-403e-bd1a-b178ff0e2073" providerId="ADAL" clId="{A180BBC7-C338-41DD-8F8C-111C0C299353}" dt="2026-06-25T07:13:05.096" v="307" actId="1036"/>
          <ac:spMkLst>
            <pc:docMk/>
            <pc:sldMk cId="2787500032" sldId="417"/>
            <ac:spMk id="12" creationId="{326CFF0E-0FA6-2195-8DE3-F7D4C676233F}"/>
          </ac:spMkLst>
        </pc:spChg>
      </pc:sldChg>
      <pc:sldChg chg="addSp modSp mod">
        <pc:chgData name="Conrad Wasko" userId="0e3f727c-ca70-403e-bd1a-b178ff0e2073" providerId="ADAL" clId="{A180BBC7-C338-41DD-8F8C-111C0C299353}" dt="2026-06-25T06:59:46.695" v="233" actId="1076"/>
        <pc:sldMkLst>
          <pc:docMk/>
          <pc:sldMk cId="2633066334" sldId="787"/>
        </pc:sldMkLst>
        <pc:spChg chg="mod">
          <ac:chgData name="Conrad Wasko" userId="0e3f727c-ca70-403e-bd1a-b178ff0e2073" providerId="ADAL" clId="{A180BBC7-C338-41DD-8F8C-111C0C299353}" dt="2026-06-25T06:59:41.421" v="232" actId="1036"/>
          <ac:spMkLst>
            <pc:docMk/>
            <pc:sldMk cId="2633066334" sldId="787"/>
            <ac:spMk id="3" creationId="{EF34737A-F558-929B-0259-7310446D90CA}"/>
          </ac:spMkLst>
        </pc:spChg>
        <pc:spChg chg="add mod">
          <ac:chgData name="Conrad Wasko" userId="0e3f727c-ca70-403e-bd1a-b178ff0e2073" providerId="ADAL" clId="{A180BBC7-C338-41DD-8F8C-111C0C299353}" dt="2026-06-25T06:59:46.695" v="233" actId="1076"/>
          <ac:spMkLst>
            <pc:docMk/>
            <pc:sldMk cId="2633066334" sldId="787"/>
            <ac:spMk id="4" creationId="{99FB2D8B-B4B5-D192-9456-B9AD85B671D4}"/>
          </ac:spMkLst>
        </pc:spChg>
      </pc:sldChg>
      <pc:sldChg chg="modSp mod">
        <pc:chgData name="Conrad Wasko" userId="0e3f727c-ca70-403e-bd1a-b178ff0e2073" providerId="ADAL" clId="{A180BBC7-C338-41DD-8F8C-111C0C299353}" dt="2026-06-25T07:00:14.678" v="236" actId="14100"/>
        <pc:sldMkLst>
          <pc:docMk/>
          <pc:sldMk cId="4053804421" sldId="789"/>
        </pc:sldMkLst>
        <pc:spChg chg="mod">
          <ac:chgData name="Conrad Wasko" userId="0e3f727c-ca70-403e-bd1a-b178ff0e2073" providerId="ADAL" clId="{A180BBC7-C338-41DD-8F8C-111C0C299353}" dt="2026-06-25T07:00:14.678" v="236" actId="14100"/>
          <ac:spMkLst>
            <pc:docMk/>
            <pc:sldMk cId="4053804421" sldId="789"/>
            <ac:spMk id="3" creationId="{A4886727-E934-285E-AC29-8E0317B22CFB}"/>
          </ac:spMkLst>
        </pc:spChg>
      </pc:sldChg>
      <pc:sldChg chg="modSp mod">
        <pc:chgData name="Conrad Wasko" userId="0e3f727c-ca70-403e-bd1a-b178ff0e2073" providerId="ADAL" clId="{A180BBC7-C338-41DD-8F8C-111C0C299353}" dt="2026-06-25T07:01:32.433" v="242" actId="20577"/>
        <pc:sldMkLst>
          <pc:docMk/>
          <pc:sldMk cId="3709420052" sldId="792"/>
        </pc:sldMkLst>
        <pc:spChg chg="mod">
          <ac:chgData name="Conrad Wasko" userId="0e3f727c-ca70-403e-bd1a-b178ff0e2073" providerId="ADAL" clId="{A180BBC7-C338-41DD-8F8C-111C0C299353}" dt="2026-06-25T07:01:32.433" v="242" actId="20577"/>
          <ac:spMkLst>
            <pc:docMk/>
            <pc:sldMk cId="3709420052" sldId="792"/>
            <ac:spMk id="2" creationId="{14B2CC2B-7AFA-E99B-1C98-DFE0703BFF51}"/>
          </ac:spMkLst>
        </pc:spChg>
      </pc:sldChg>
      <pc:sldChg chg="modSp mod">
        <pc:chgData name="Conrad Wasko" userId="0e3f727c-ca70-403e-bd1a-b178ff0e2073" providerId="ADAL" clId="{A180BBC7-C338-41DD-8F8C-111C0C299353}" dt="2026-06-25T07:02:06.566" v="243" actId="20577"/>
        <pc:sldMkLst>
          <pc:docMk/>
          <pc:sldMk cId="3422542498" sldId="796"/>
        </pc:sldMkLst>
        <pc:spChg chg="mod">
          <ac:chgData name="Conrad Wasko" userId="0e3f727c-ca70-403e-bd1a-b178ff0e2073" providerId="ADAL" clId="{A180BBC7-C338-41DD-8F8C-111C0C299353}" dt="2026-06-25T07:02:06.566" v="243" actId="20577"/>
          <ac:spMkLst>
            <pc:docMk/>
            <pc:sldMk cId="3422542498" sldId="796"/>
            <ac:spMk id="3" creationId="{2D26E7D8-D07E-D22C-1B1B-1F2FD9166EA0}"/>
          </ac:spMkLst>
        </pc:spChg>
      </pc:sldChg>
      <pc:sldChg chg="modAnim">
        <pc:chgData name="Conrad Wasko" userId="0e3f727c-ca70-403e-bd1a-b178ff0e2073" providerId="ADAL" clId="{A180BBC7-C338-41DD-8F8C-111C0C299353}" dt="2026-06-12T04:19:45.966" v="35"/>
        <pc:sldMkLst>
          <pc:docMk/>
          <pc:sldMk cId="1896430958" sldId="797"/>
        </pc:sldMkLst>
      </pc:sldChg>
      <pc:sldChg chg="modSp mod ord">
        <pc:chgData name="Conrad Wasko" userId="0e3f727c-ca70-403e-bd1a-b178ff0e2073" providerId="ADAL" clId="{A180BBC7-C338-41DD-8F8C-111C0C299353}" dt="2026-06-25T07:12:29.892" v="290"/>
        <pc:sldMkLst>
          <pc:docMk/>
          <pc:sldMk cId="2778804039" sldId="800"/>
        </pc:sldMkLst>
        <pc:spChg chg="mod">
          <ac:chgData name="Conrad Wasko" userId="0e3f727c-ca70-403e-bd1a-b178ff0e2073" providerId="ADAL" clId="{A180BBC7-C338-41DD-8F8C-111C0C299353}" dt="2026-06-25T07:12:15.259" v="288" actId="113"/>
          <ac:spMkLst>
            <pc:docMk/>
            <pc:sldMk cId="2778804039" sldId="800"/>
            <ac:spMk id="3" creationId="{269E0273-6DBB-5B3B-DB10-FD8312F92680}"/>
          </ac:spMkLst>
        </pc:spChg>
        <pc:picChg chg="mod">
          <ac:chgData name="Conrad Wasko" userId="0e3f727c-ca70-403e-bd1a-b178ff0e2073" providerId="ADAL" clId="{A180BBC7-C338-41DD-8F8C-111C0C299353}" dt="2026-06-25T07:12:04.511" v="287" actId="1076"/>
          <ac:picMkLst>
            <pc:docMk/>
            <pc:sldMk cId="2778804039" sldId="800"/>
            <ac:picMk id="4" creationId="{E5DD582B-AA45-E479-5CD8-F3DF408EE3AA}"/>
          </ac:picMkLst>
        </pc:picChg>
      </pc:sldChg>
      <pc:sldChg chg="delSp modSp mod">
        <pc:chgData name="Conrad Wasko" userId="0e3f727c-ca70-403e-bd1a-b178ff0e2073" providerId="ADAL" clId="{A180BBC7-C338-41DD-8F8C-111C0C299353}" dt="2026-06-12T03:50:45.713" v="14" actId="478"/>
        <pc:sldMkLst>
          <pc:docMk/>
          <pc:sldMk cId="1218157384" sldId="808"/>
        </pc:sldMkLst>
      </pc:sldChg>
      <pc:sldChg chg="addSp delSp modSp mod">
        <pc:chgData name="Conrad Wasko" userId="0e3f727c-ca70-403e-bd1a-b178ff0e2073" providerId="ADAL" clId="{A180BBC7-C338-41DD-8F8C-111C0C299353}" dt="2026-06-12T04:48:54.802" v="156" actId="1076"/>
        <pc:sldMkLst>
          <pc:docMk/>
          <pc:sldMk cId="2159993171" sldId="812"/>
        </pc:sldMkLst>
        <pc:picChg chg="add mod">
          <ac:chgData name="Conrad Wasko" userId="0e3f727c-ca70-403e-bd1a-b178ff0e2073" providerId="ADAL" clId="{A180BBC7-C338-41DD-8F8C-111C0C299353}" dt="2026-06-12T04:48:54.802" v="156" actId="1076"/>
          <ac:picMkLst>
            <pc:docMk/>
            <pc:sldMk cId="2159993171" sldId="812"/>
            <ac:picMk id="7" creationId="{BC643234-EC9F-D885-CC3D-8E7BC050C01C}"/>
          </ac:picMkLst>
        </pc:picChg>
      </pc:sldChg>
      <pc:sldChg chg="addSp delSp modSp add mod modAnim">
        <pc:chgData name="Conrad Wasko" userId="0e3f727c-ca70-403e-bd1a-b178ff0e2073" providerId="ADAL" clId="{A180BBC7-C338-41DD-8F8C-111C0C299353}" dt="2026-06-12T05:00:12.717" v="219"/>
        <pc:sldMkLst>
          <pc:docMk/>
          <pc:sldMk cId="2509000900" sldId="814"/>
        </pc:sldMkLst>
        <pc:picChg chg="add mod">
          <ac:chgData name="Conrad Wasko" userId="0e3f727c-ca70-403e-bd1a-b178ff0e2073" providerId="ADAL" clId="{A180BBC7-C338-41DD-8F8C-111C0C299353}" dt="2026-06-12T04:58:57.075" v="211" actId="1076"/>
          <ac:picMkLst>
            <pc:docMk/>
            <pc:sldMk cId="2509000900" sldId="814"/>
            <ac:picMk id="4" creationId="{3E234F35-FD2E-3CFA-9738-9C6C51185BD8}"/>
          </ac:picMkLst>
        </pc:picChg>
        <pc:picChg chg="add mod">
          <ac:chgData name="Conrad Wasko" userId="0e3f727c-ca70-403e-bd1a-b178ff0e2073" providerId="ADAL" clId="{A180BBC7-C338-41DD-8F8C-111C0C299353}" dt="2026-06-12T04:59:23.222" v="215" actId="14100"/>
          <ac:picMkLst>
            <pc:docMk/>
            <pc:sldMk cId="2509000900" sldId="814"/>
            <ac:picMk id="8" creationId="{6302ACFE-C390-560E-D0BB-FE045D645590}"/>
          </ac:picMkLst>
        </pc:picChg>
        <pc:picChg chg="add mod">
          <ac:chgData name="Conrad Wasko" userId="0e3f727c-ca70-403e-bd1a-b178ff0e2073" providerId="ADAL" clId="{A180BBC7-C338-41DD-8F8C-111C0C299353}" dt="2026-06-12T05:00:10.657" v="218" actId="1076"/>
          <ac:picMkLst>
            <pc:docMk/>
            <pc:sldMk cId="2509000900" sldId="814"/>
            <ac:picMk id="11" creationId="{4DC5A554-1C4E-B404-B550-3C792502EEC5}"/>
          </ac:picMkLst>
        </pc:picChg>
      </pc:sldChg>
      <pc:sldChg chg="addSp delSp modSp add mod ord">
        <pc:chgData name="Conrad Wasko" userId="0e3f727c-ca70-403e-bd1a-b178ff0e2073" providerId="ADAL" clId="{A180BBC7-C338-41DD-8F8C-111C0C299353}" dt="2026-06-12T04:58:41.877" v="204"/>
        <pc:sldMkLst>
          <pc:docMk/>
          <pc:sldMk cId="1552129355" sldId="815"/>
        </pc:sldMkLst>
        <pc:picChg chg="add mod">
          <ac:chgData name="Conrad Wasko" userId="0e3f727c-ca70-403e-bd1a-b178ff0e2073" providerId="ADAL" clId="{A180BBC7-C338-41DD-8F8C-111C0C299353}" dt="2026-06-12T04:58:01.937" v="202" actId="1076"/>
          <ac:picMkLst>
            <pc:docMk/>
            <pc:sldMk cId="1552129355" sldId="815"/>
            <ac:picMk id="10" creationId="{A24BA699-2886-42A3-C2E5-7C2368973E6D}"/>
          </ac:picMkLst>
        </pc:picChg>
        <pc:picChg chg="add mod">
          <ac:chgData name="Conrad Wasko" userId="0e3f727c-ca70-403e-bd1a-b178ff0e2073" providerId="ADAL" clId="{A180BBC7-C338-41DD-8F8C-111C0C299353}" dt="2026-06-12T04:57:58.952" v="200" actId="1076"/>
          <ac:picMkLst>
            <pc:docMk/>
            <pc:sldMk cId="1552129355" sldId="815"/>
            <ac:picMk id="12" creationId="{85920A90-6AD2-DE35-EAF3-DB3FF18DC5B9}"/>
          </ac:picMkLst>
        </pc:picChg>
      </pc:sldChg>
      <pc:sldChg chg="addSp delSp modSp mod modAnim">
        <pc:chgData name="Conrad Wasko" userId="0e3f727c-ca70-403e-bd1a-b178ff0e2073" providerId="ADAL" clId="{A180BBC7-C338-41DD-8F8C-111C0C299353}" dt="2026-06-25T07:05:32.996" v="282"/>
        <pc:sldMkLst>
          <pc:docMk/>
          <pc:sldMk cId="594583210" sldId="817"/>
        </pc:sldMkLst>
        <pc:spChg chg="add mod">
          <ac:chgData name="Conrad Wasko" userId="0e3f727c-ca70-403e-bd1a-b178ff0e2073" providerId="ADAL" clId="{A180BBC7-C338-41DD-8F8C-111C0C299353}" dt="2026-06-25T07:04:39.591" v="272" actId="1076"/>
          <ac:spMkLst>
            <pc:docMk/>
            <pc:sldMk cId="594583210" sldId="817"/>
            <ac:spMk id="6" creationId="{0A85DA86-C218-EDD9-0165-0AE8D4DF1F49}"/>
          </ac:spMkLst>
        </pc:spChg>
        <pc:spChg chg="add mod">
          <ac:chgData name="Conrad Wasko" userId="0e3f727c-ca70-403e-bd1a-b178ff0e2073" providerId="ADAL" clId="{A180BBC7-C338-41DD-8F8C-111C0C299353}" dt="2026-06-12T03:52:41.290" v="28" actId="692"/>
          <ac:spMkLst>
            <pc:docMk/>
            <pc:sldMk cId="594583210" sldId="817"/>
            <ac:spMk id="8" creationId="{D29CD868-701B-2AA5-ABC4-5DA1A04217FA}"/>
          </ac:spMkLst>
        </pc:spChg>
        <pc:spChg chg="add mod">
          <ac:chgData name="Conrad Wasko" userId="0e3f727c-ca70-403e-bd1a-b178ff0e2073" providerId="ADAL" clId="{A180BBC7-C338-41DD-8F8C-111C0C299353}" dt="2026-06-25T07:05:18.949" v="281" actId="1076"/>
          <ac:spMkLst>
            <pc:docMk/>
            <pc:sldMk cId="594583210" sldId="817"/>
            <ac:spMk id="9" creationId="{FB7DB5ED-B8CC-CF59-C3CA-E7DC729E86C9}"/>
          </ac:spMkLst>
        </pc:spChg>
      </pc:sldChg>
      <pc:sldChg chg="addSp delSp modSp new mod">
        <pc:chgData name="Conrad Wasko" userId="0e3f727c-ca70-403e-bd1a-b178ff0e2073" providerId="ADAL" clId="{A180BBC7-C338-41DD-8F8C-111C0C299353}" dt="2026-06-12T05:00:37.988" v="222" actId="1076"/>
        <pc:sldMkLst>
          <pc:docMk/>
          <pc:sldMk cId="432888660" sldId="818"/>
        </pc:sldMkLst>
        <pc:picChg chg="add mod">
          <ac:chgData name="Conrad Wasko" userId="0e3f727c-ca70-403e-bd1a-b178ff0e2073" providerId="ADAL" clId="{A180BBC7-C338-41DD-8F8C-111C0C299353}" dt="2026-06-12T05:00:37.988" v="222" actId="1076"/>
          <ac:picMkLst>
            <pc:docMk/>
            <pc:sldMk cId="432888660" sldId="818"/>
            <ac:picMk id="11" creationId="{5F99E5E4-2C3A-D96B-B071-5EF5A2221835}"/>
          </ac:picMkLst>
        </pc:picChg>
      </pc:sldChg>
      <pc:sldMasterChg chg="delSldLayout">
        <pc:chgData name="Conrad Wasko" userId="0e3f727c-ca70-403e-bd1a-b178ff0e2073" providerId="ADAL" clId="{A180BBC7-C338-41DD-8F8C-111C0C299353}" dt="2026-06-12T04:28:00.075" v="48"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5C253762-C138-0D4D-98BD-E45749408AA7}" type="datetimeFigureOut">
              <a:rPr lang="en-US" smtClean="0"/>
              <a:t>7/8/2026</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D96451B1-F1C2-C342-9482-CA419A1AF9E0}" type="slidenum">
              <a:rPr lang="en-US" smtClean="0"/>
              <a:t>‹#›</a:t>
            </a:fld>
            <a:endParaRPr lang="en-US"/>
          </a:p>
        </p:txBody>
      </p:sp>
    </p:spTree>
    <p:extLst>
      <p:ext uri="{BB962C8B-B14F-4D97-AF65-F5344CB8AC3E}">
        <p14:creationId xmlns:p14="http://schemas.microsoft.com/office/powerpoint/2010/main" val="233751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96451B1-F1C2-C342-9482-CA419A1AF9E0}" type="slidenum">
              <a:rPr lang="en-US" smtClean="0"/>
              <a:t>1</a:t>
            </a:fld>
            <a:endParaRPr lang="en-US"/>
          </a:p>
        </p:txBody>
      </p:sp>
    </p:spTree>
    <p:extLst>
      <p:ext uri="{BB962C8B-B14F-4D97-AF65-F5344CB8AC3E}">
        <p14:creationId xmlns:p14="http://schemas.microsoft.com/office/powerpoint/2010/main" val="689413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96451B1-F1C2-C342-9482-CA419A1AF9E0}" type="slidenum">
              <a:rPr lang="en-US" smtClean="0"/>
              <a:t>3</a:t>
            </a:fld>
            <a:endParaRPr lang="en-US"/>
          </a:p>
        </p:txBody>
      </p:sp>
    </p:spTree>
    <p:extLst>
      <p:ext uri="{BB962C8B-B14F-4D97-AF65-F5344CB8AC3E}">
        <p14:creationId xmlns:p14="http://schemas.microsoft.com/office/powerpoint/2010/main" val="1726040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84335-30D0-AAFE-D336-3068CFB03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631C3F-BCEB-C605-7913-C00D210B7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E8A22C-9D2B-D938-410A-015034D242F4}"/>
              </a:ext>
            </a:extLst>
          </p:cNvPr>
          <p:cNvSpPr>
            <a:spLocks noGrp="1"/>
          </p:cNvSpPr>
          <p:nvPr>
            <p:ph type="body" idx="1"/>
          </p:nvPr>
        </p:nvSpPr>
        <p:spPr/>
        <p:txBody>
          <a:bodyPr/>
          <a:lstStyle/>
          <a:p>
            <a:pPr algn="l"/>
            <a:endParaRPr lang="en-AU" dirty="0"/>
          </a:p>
        </p:txBody>
      </p:sp>
      <p:sp>
        <p:nvSpPr>
          <p:cNvPr id="4" name="Slide Number Placeholder 3">
            <a:extLst>
              <a:ext uri="{FF2B5EF4-FFF2-40B4-BE49-F238E27FC236}">
                <a16:creationId xmlns:a16="http://schemas.microsoft.com/office/drawing/2014/main" id="{AD906303-46C5-DBF6-D219-AA102D485C5C}"/>
              </a:ext>
            </a:extLst>
          </p:cNvPr>
          <p:cNvSpPr>
            <a:spLocks noGrp="1"/>
          </p:cNvSpPr>
          <p:nvPr>
            <p:ph type="sldNum" sz="quarter" idx="5"/>
          </p:nvPr>
        </p:nvSpPr>
        <p:spPr/>
        <p:txBody>
          <a:bodyPr/>
          <a:lstStyle/>
          <a:p>
            <a:fld id="{D96451B1-F1C2-C342-9482-CA419A1AF9E0}" type="slidenum">
              <a:rPr lang="en-US" smtClean="0"/>
              <a:t>18</a:t>
            </a:fld>
            <a:endParaRPr lang="en-US"/>
          </a:p>
        </p:txBody>
      </p:sp>
    </p:spTree>
    <p:extLst>
      <p:ext uri="{BB962C8B-B14F-4D97-AF65-F5344CB8AC3E}">
        <p14:creationId xmlns:p14="http://schemas.microsoft.com/office/powerpoint/2010/main" val="2093001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96451B1-F1C2-C342-9482-CA419A1AF9E0}" type="slidenum">
              <a:rPr lang="en-US" smtClean="0"/>
              <a:t>21</a:t>
            </a:fld>
            <a:endParaRPr lang="en-US"/>
          </a:p>
        </p:txBody>
      </p:sp>
    </p:spTree>
    <p:extLst>
      <p:ext uri="{BB962C8B-B14F-4D97-AF65-F5344CB8AC3E}">
        <p14:creationId xmlns:p14="http://schemas.microsoft.com/office/powerpoint/2010/main" val="1982688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D96451B1-F1C2-C342-9482-CA419A1AF9E0}" type="slidenum">
              <a:rPr lang="en-US" smtClean="0"/>
              <a:t>34</a:t>
            </a:fld>
            <a:endParaRPr lang="en-US"/>
          </a:p>
        </p:txBody>
      </p:sp>
    </p:spTree>
    <p:extLst>
      <p:ext uri="{BB962C8B-B14F-4D97-AF65-F5344CB8AC3E}">
        <p14:creationId xmlns:p14="http://schemas.microsoft.com/office/powerpoint/2010/main" val="19679060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mailto:first.last@sydney.edu.au" TargetMode="External"/><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526C391-EC2F-854E-3FAC-8EDA85399D7C}"/>
              </a:ext>
            </a:extLst>
          </p:cNvPr>
          <p:cNvSpPr>
            <a:spLocks noGrp="1"/>
          </p:cNvSpPr>
          <p:nvPr>
            <p:ph type="body" sz="quarter" idx="13" hasCustomPrompt="1"/>
          </p:nvPr>
        </p:nvSpPr>
        <p:spPr>
          <a:xfrm>
            <a:off x="562033" y="574675"/>
            <a:ext cx="5533967" cy="1066800"/>
          </a:xfrm>
          <a:prstGeom prst="rect">
            <a:avLst/>
          </a:prstGeom>
        </p:spPr>
        <p:txBody>
          <a:bodyPr lIns="0" tIns="0" rIns="0" bIns="0"/>
          <a:lstStyle>
            <a:lvl1pPr marL="0" indent="0">
              <a:buFontTx/>
              <a:buNone/>
              <a:defRPr sz="2800">
                <a:solidFill>
                  <a:schemeClr val="tx1"/>
                </a:solidFill>
              </a:defRPr>
            </a:lvl1pPr>
          </a:lstStyle>
          <a:p>
            <a:r>
              <a:rPr lang="en-GB" dirty="0"/>
              <a:t>Heading sits here</a:t>
            </a:r>
          </a:p>
          <a:p>
            <a:r>
              <a:rPr lang="en-GB" dirty="0"/>
              <a:t>1-2 lines of copy 28pt</a:t>
            </a:r>
            <a:endParaRPr lang="en-US" dirty="0"/>
          </a:p>
        </p:txBody>
      </p:sp>
      <p:sp>
        <p:nvSpPr>
          <p:cNvPr id="7" name="Text Placeholder 2">
            <a:extLst>
              <a:ext uri="{FF2B5EF4-FFF2-40B4-BE49-F238E27FC236}">
                <a16:creationId xmlns:a16="http://schemas.microsoft.com/office/drawing/2014/main" id="{9EC1A71F-2256-88FB-1073-78B7D8E702C3}"/>
              </a:ext>
            </a:extLst>
          </p:cNvPr>
          <p:cNvSpPr>
            <a:spLocks noGrp="1"/>
          </p:cNvSpPr>
          <p:nvPr>
            <p:ph type="body" sz="quarter" idx="16" hasCustomPrompt="1"/>
          </p:nvPr>
        </p:nvSpPr>
        <p:spPr>
          <a:xfrm>
            <a:off x="571500" y="1812923"/>
            <a:ext cx="5533967" cy="1066800"/>
          </a:xfrm>
          <a:prstGeom prst="rect">
            <a:avLst/>
          </a:prstGeom>
        </p:spPr>
        <p:txBody>
          <a:bodyPr lIns="0" tIns="0" rIns="0" bIns="0"/>
          <a:lstStyle>
            <a:lvl1pPr marL="0" indent="0">
              <a:buFontTx/>
              <a:buNone/>
              <a:defRPr sz="2800" b="0" i="1">
                <a:solidFill>
                  <a:schemeClr val="tx1"/>
                </a:solidFill>
                <a:latin typeface="Times" pitchFamily="2" charset="0"/>
              </a:defRPr>
            </a:lvl1pPr>
          </a:lstStyle>
          <a:p>
            <a:r>
              <a:rPr lang="en-GB" dirty="0"/>
              <a:t>Presentation subheading </a:t>
            </a:r>
            <a:br>
              <a:rPr lang="en-GB" dirty="0"/>
            </a:br>
            <a:r>
              <a:rPr lang="en-GB" dirty="0"/>
              <a:t>can go over 2 lines 28pt</a:t>
            </a:r>
            <a:endParaRPr lang="en-US" dirty="0"/>
          </a:p>
        </p:txBody>
      </p:sp>
      <p:sp>
        <p:nvSpPr>
          <p:cNvPr id="6" name="Text Placeholder 3">
            <a:extLst>
              <a:ext uri="{FF2B5EF4-FFF2-40B4-BE49-F238E27FC236}">
                <a16:creationId xmlns:a16="http://schemas.microsoft.com/office/drawing/2014/main" id="{EA5ABDE1-C8DD-9C86-C1BA-029E99357DDA}"/>
              </a:ext>
            </a:extLst>
          </p:cNvPr>
          <p:cNvSpPr>
            <a:spLocks noGrp="1"/>
          </p:cNvSpPr>
          <p:nvPr>
            <p:ph type="body" sz="quarter" idx="15" hasCustomPrompt="1"/>
          </p:nvPr>
        </p:nvSpPr>
        <p:spPr>
          <a:xfrm>
            <a:off x="562033" y="3108324"/>
            <a:ext cx="5533967" cy="606425"/>
          </a:xfrm>
          <a:prstGeom prst="rect">
            <a:avLst/>
          </a:prstGeom>
        </p:spPr>
        <p:txBody>
          <a:bodyPr lIns="0" tIns="0" rIns="0" bIns="0"/>
          <a:lstStyle>
            <a:lvl1pPr marL="0" indent="0">
              <a:buFontTx/>
              <a:buNone/>
              <a:defRPr sz="1400">
                <a:solidFill>
                  <a:schemeClr val="tx1"/>
                </a:solidFill>
              </a:defRPr>
            </a:lvl1pPr>
          </a:lstStyle>
          <a:p>
            <a:r>
              <a:rPr lang="en-GB" dirty="0"/>
              <a:t>Presented by 14pt</a:t>
            </a:r>
            <a:endParaRPr lang="en-US" dirty="0"/>
          </a:p>
        </p:txBody>
      </p:sp>
      <p:sp>
        <p:nvSpPr>
          <p:cNvPr id="8" name="TextBox 7">
            <a:extLst>
              <a:ext uri="{FF2B5EF4-FFF2-40B4-BE49-F238E27FC236}">
                <a16:creationId xmlns:a16="http://schemas.microsoft.com/office/drawing/2014/main" id="{262845E8-E21B-1585-9AF6-BBB77FE87561}"/>
              </a:ext>
            </a:extLst>
          </p:cNvPr>
          <p:cNvSpPr txBox="1"/>
          <p:nvPr userDrawn="1"/>
        </p:nvSpPr>
        <p:spPr>
          <a:xfrm rot="16200000">
            <a:off x="7940202" y="3646041"/>
            <a:ext cx="1830263" cy="169277"/>
          </a:xfrm>
          <a:prstGeom prst="rect">
            <a:avLst/>
          </a:prstGeom>
          <a:noFill/>
        </p:spPr>
        <p:txBody>
          <a:bodyPr wrap="square" rtlCol="0">
            <a:spAutoFit/>
          </a:bodyPr>
          <a:lstStyle/>
          <a:p>
            <a:r>
              <a:rPr lang="en-US" sz="500" dirty="0"/>
              <a:t>CRICOS 00026A    TEQSA PRV12057</a:t>
            </a:r>
          </a:p>
        </p:txBody>
      </p:sp>
      <p:pic>
        <p:nvPicPr>
          <p:cNvPr id="11" name="Picture">
            <a:extLst>
              <a:ext uri="{FF2B5EF4-FFF2-40B4-BE49-F238E27FC236}">
                <a16:creationId xmlns:a16="http://schemas.microsoft.com/office/drawing/2014/main" id="{026371A5-B0B4-75FD-EDA9-FAF993970A5F}"/>
              </a:ext>
            </a:extLst>
          </p:cNvPr>
          <p:cNvPicPr>
            <a:picLocks noChangeAspect="1"/>
          </p:cNvPicPr>
          <p:nvPr userDrawn="1"/>
        </p:nvPicPr>
        <p:blipFill>
          <a:blip r:embed="rId2"/>
          <a:stretch>
            <a:fillRect/>
          </a:stretch>
        </p:blipFill>
        <p:spPr>
          <a:xfrm>
            <a:off x="584352" y="4083808"/>
            <a:ext cx="1867689" cy="656911"/>
          </a:xfrm>
          <a:prstGeom prst="rect">
            <a:avLst/>
          </a:prstGeom>
        </p:spPr>
      </p:pic>
      <p:sp>
        <p:nvSpPr>
          <p:cNvPr id="34" name="Text Placeholder 4">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724400" y="4204920"/>
            <a:ext cx="3502275" cy="414686"/>
          </a:xfrm>
          <a:prstGeom prst="rect">
            <a:avLst/>
          </a:prstGeom>
        </p:spPr>
        <p:txBody>
          <a:bodyPr anchor="b" anchorCtr="0"/>
          <a:lstStyle>
            <a:lvl1pPr marL="0" indent="0" algn="r">
              <a:buNone/>
              <a:defRPr sz="1400" b="1">
                <a:solidFill>
                  <a:schemeClr val="tx1"/>
                </a:solidFill>
              </a:defRPr>
            </a:lvl1pPr>
          </a:lstStyle>
          <a:p>
            <a:pPr lvl="0"/>
            <a:r>
              <a:rPr lang="en-GB" dirty="0" err="1"/>
              <a:t>sydney.edu.au</a:t>
            </a:r>
            <a:r>
              <a:rPr lang="en-GB" dirty="0"/>
              <a:t>/</a:t>
            </a:r>
            <a:r>
              <a:rPr lang="en-GB" dirty="0" err="1"/>
              <a:t>xxxxx</a:t>
            </a:r>
            <a:endParaRPr lang="en-US" dirty="0"/>
          </a:p>
        </p:txBody>
      </p:sp>
    </p:spTree>
    <p:extLst>
      <p:ext uri="{BB962C8B-B14F-4D97-AF65-F5344CB8AC3E}">
        <p14:creationId xmlns:p14="http://schemas.microsoft.com/office/powerpoint/2010/main" val="399689850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A7B6FB2-6FB1-E8EE-71E2-F3031BBC4CFE}"/>
              </a:ext>
            </a:extLst>
          </p:cNvPr>
          <p:cNvSpPr>
            <a:spLocks noGrp="1"/>
          </p:cNvSpPr>
          <p:nvPr>
            <p:ph type="body" sz="quarter" idx="13" hasCustomPrompt="1"/>
          </p:nvPr>
        </p:nvSpPr>
        <p:spPr>
          <a:xfrm>
            <a:off x="562033" y="574675"/>
            <a:ext cx="5533967" cy="1066800"/>
          </a:xfrm>
          <a:prstGeom prst="rect">
            <a:avLst/>
          </a:prstGeom>
        </p:spPr>
        <p:txBody>
          <a:bodyPr lIns="0" tIns="0" rIns="0" bIns="0"/>
          <a:lstStyle>
            <a:lvl1pPr marL="0" indent="0">
              <a:buFontTx/>
              <a:buNone/>
              <a:defRPr sz="2800">
                <a:solidFill>
                  <a:schemeClr val="tx1"/>
                </a:solidFill>
              </a:defRPr>
            </a:lvl1pPr>
          </a:lstStyle>
          <a:p>
            <a:r>
              <a:rPr lang="en-GB" dirty="0"/>
              <a:t>Heading sits here</a:t>
            </a:r>
          </a:p>
          <a:p>
            <a:r>
              <a:rPr lang="en-GB" dirty="0"/>
              <a:t>1-2 lines of copy 28pt</a:t>
            </a:r>
            <a:endParaRPr lang="en-US" dirty="0"/>
          </a:p>
        </p:txBody>
      </p:sp>
      <p:sp>
        <p:nvSpPr>
          <p:cNvPr id="7" name="Text Placeholder 2">
            <a:extLst>
              <a:ext uri="{FF2B5EF4-FFF2-40B4-BE49-F238E27FC236}">
                <a16:creationId xmlns:a16="http://schemas.microsoft.com/office/drawing/2014/main" id="{C73DE4E7-C9AA-0998-373D-DCFBF8D610D2}"/>
              </a:ext>
            </a:extLst>
          </p:cNvPr>
          <p:cNvSpPr>
            <a:spLocks noGrp="1"/>
          </p:cNvSpPr>
          <p:nvPr>
            <p:ph type="body" sz="quarter" idx="15" hasCustomPrompt="1"/>
          </p:nvPr>
        </p:nvSpPr>
        <p:spPr>
          <a:xfrm>
            <a:off x="562033" y="1813272"/>
            <a:ext cx="5533967" cy="1901478"/>
          </a:xfrm>
          <a:prstGeom prst="rect">
            <a:avLst/>
          </a:prstGeom>
        </p:spPr>
        <p:txBody>
          <a:bodyPr lIns="0" tIns="0" rIns="0" bIns="0"/>
          <a:lstStyle>
            <a:lvl1pPr marL="0" indent="0">
              <a:buFontTx/>
              <a:buNone/>
              <a:defRPr sz="1400">
                <a:solidFill>
                  <a:schemeClr val="tx1"/>
                </a:solidFill>
              </a:defRPr>
            </a:lvl1pPr>
          </a:lstStyle>
          <a:p>
            <a:r>
              <a:rPr lang="en-GB" dirty="0"/>
              <a:t>Presented by 14pt</a:t>
            </a:r>
            <a:endParaRPr lang="en-US" dirty="0"/>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724400" y="4204920"/>
            <a:ext cx="3502275" cy="414686"/>
          </a:xfrm>
          <a:prstGeom prst="rect">
            <a:avLst/>
          </a:prstGeom>
        </p:spPr>
        <p:txBody>
          <a:bodyPr anchor="b" anchorCtr="0"/>
          <a:lstStyle>
            <a:lvl1pPr marL="0" indent="0" algn="r">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2"/>
          <a:stretch>
            <a:fillRect/>
          </a:stretch>
        </p:blipFill>
        <p:spPr>
          <a:xfrm>
            <a:off x="584352" y="4083808"/>
            <a:ext cx="1867689" cy="656911"/>
          </a:xfrm>
          <a:prstGeom prst="rect">
            <a:avLst/>
          </a:prstGeom>
        </p:spPr>
      </p:pic>
      <p:sp>
        <p:nvSpPr>
          <p:cNvPr id="2" name="Text Placeholder 5">
            <a:extLst>
              <a:ext uri="{FF2B5EF4-FFF2-40B4-BE49-F238E27FC236}">
                <a16:creationId xmlns:a16="http://schemas.microsoft.com/office/drawing/2014/main" id="{BD0328F7-E70B-70FE-8296-A6A9465B3C0D}"/>
              </a:ext>
            </a:extLst>
          </p:cNvPr>
          <p:cNvSpPr txBox="1"/>
          <p:nvPr userDrawn="1"/>
        </p:nvSpPr>
        <p:spPr>
          <a:xfrm rot="16200000">
            <a:off x="7940202" y="3646041"/>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161395443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1">
    <p:bg>
      <p:bgRef idx="1001">
        <a:schemeClr val="bg1"/>
      </p:bgRef>
    </p:bg>
    <p:spTree>
      <p:nvGrpSpPr>
        <p:cNvPr id="1" name=""/>
        <p:cNvGrpSpPr/>
        <p:nvPr/>
      </p:nvGrpSpPr>
      <p:grpSpPr>
        <a:xfrm>
          <a:off x="0" y="0"/>
          <a:ext cx="0" cy="0"/>
          <a:chOff x="0" y="0"/>
          <a:chExt cx="0" cy="0"/>
        </a:xfrm>
      </p:grpSpPr>
      <p:pic>
        <p:nvPicPr>
          <p:cNvPr id="8" name="object 7">
            <a:extLst>
              <a:ext uri="{FF2B5EF4-FFF2-40B4-BE49-F238E27FC236}">
                <a16:creationId xmlns:a16="http://schemas.microsoft.com/office/drawing/2014/main" id="{5682CEC0-2F2F-E2FD-4FDE-2AF1F4D1AE55}"/>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1310" y="0"/>
            <a:ext cx="915531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dirty="0">
                <a:latin typeface="Arial"/>
                <a:cs typeface="Arial"/>
              </a:rPr>
              <a:t>Intro</a:t>
            </a:r>
            <a:r>
              <a:rPr lang="en-AU" sz="1400" spc="-20" dirty="0">
                <a:latin typeface="Arial"/>
                <a:cs typeface="Arial"/>
              </a:rPr>
              <a:t> </a:t>
            </a:r>
            <a:r>
              <a:rPr lang="en-AU" sz="1400" dirty="0">
                <a:latin typeface="Arial"/>
                <a:cs typeface="Arial"/>
              </a:rPr>
              <a:t>text</a:t>
            </a:r>
            <a:r>
              <a:rPr lang="en-AU" sz="1400" spc="-5" dirty="0">
                <a:latin typeface="Arial"/>
                <a:cs typeface="Arial"/>
              </a:rPr>
              <a:t> </a:t>
            </a:r>
            <a:r>
              <a:rPr lang="en-AU" sz="1400" dirty="0">
                <a:latin typeface="Arial"/>
                <a:cs typeface="Arial"/>
              </a:rPr>
              <a:t>14pt,</a:t>
            </a:r>
            <a:r>
              <a:rPr lang="en-AU" sz="1400" spc="-15" dirty="0">
                <a:latin typeface="Arial"/>
                <a:cs typeface="Arial"/>
              </a:rPr>
              <a:t> </a:t>
            </a:r>
            <a:r>
              <a:rPr lang="en-AU" sz="1400" dirty="0">
                <a:latin typeface="Arial"/>
                <a:cs typeface="Arial"/>
              </a:rPr>
              <a:t>to</a:t>
            </a:r>
            <a:r>
              <a:rPr lang="en-AU" sz="1400" spc="-5" dirty="0">
                <a:latin typeface="Arial"/>
                <a:cs typeface="Arial"/>
              </a:rPr>
              <a:t> </a:t>
            </a:r>
            <a:r>
              <a:rPr lang="en-AU" sz="1400" dirty="0">
                <a:latin typeface="Arial"/>
                <a:cs typeface="Arial"/>
              </a:rPr>
              <a:t>sit</a:t>
            </a:r>
            <a:r>
              <a:rPr lang="en-AU" sz="1400" spc="-10" dirty="0">
                <a:latin typeface="Arial"/>
                <a:cs typeface="Arial"/>
              </a:rPr>
              <a:t> </a:t>
            </a:r>
            <a:r>
              <a:rPr lang="en-AU" sz="1400" dirty="0">
                <a:latin typeface="Arial"/>
                <a:cs typeface="Arial"/>
              </a:rPr>
              <a:t>here.</a:t>
            </a:r>
            <a:r>
              <a:rPr lang="en-AU" sz="1400" spc="-10" dirty="0">
                <a:latin typeface="Arial"/>
                <a:cs typeface="Arial"/>
              </a:rPr>
              <a:t> </a:t>
            </a:r>
            <a:br>
              <a:rPr lang="en-AU" sz="1400" spc="-10" dirty="0">
                <a:latin typeface="Arial"/>
                <a:cs typeface="Arial"/>
              </a:rPr>
            </a:br>
            <a:r>
              <a:rPr lang="en-AU" sz="1400" dirty="0">
                <a:latin typeface="Arial"/>
                <a:cs typeface="Arial"/>
              </a:rPr>
              <a:t>2–3</a:t>
            </a:r>
            <a:r>
              <a:rPr lang="en-AU" sz="1400" spc="-10" dirty="0">
                <a:latin typeface="Arial"/>
                <a:cs typeface="Arial"/>
              </a:rPr>
              <a:t> lines </a:t>
            </a:r>
            <a:r>
              <a:rPr lang="en-AU" sz="1400" dirty="0">
                <a:latin typeface="Arial"/>
                <a:cs typeface="Arial"/>
              </a:rPr>
              <a:t>of</a:t>
            </a:r>
            <a:r>
              <a:rPr lang="en-AU" sz="1400" spc="-15" dirty="0">
                <a:latin typeface="Arial"/>
                <a:cs typeface="Arial"/>
              </a:rPr>
              <a:t> </a:t>
            </a:r>
            <a:r>
              <a:rPr lang="en-AU" sz="1400" spc="-25" dirty="0">
                <a:latin typeface="Arial"/>
                <a:cs typeface="Arial"/>
              </a:rPr>
              <a:t>copy.</a:t>
            </a:r>
            <a:r>
              <a:rPr lang="en-AU" sz="1400" spc="-80" dirty="0">
                <a:latin typeface="Arial"/>
                <a:cs typeface="Arial"/>
              </a:rPr>
              <a:t> </a:t>
            </a:r>
            <a:r>
              <a:rPr lang="en-AU" sz="1400" dirty="0">
                <a:latin typeface="Arial"/>
                <a:cs typeface="Arial"/>
              </a:rPr>
              <a:t>Am </a:t>
            </a:r>
            <a:r>
              <a:rPr lang="en-AU" sz="1400" dirty="0" err="1">
                <a:latin typeface="Arial"/>
                <a:cs typeface="Arial"/>
              </a:rPr>
              <a:t>quo’xnkaln</a:t>
            </a:r>
            <a:r>
              <a:rPr lang="en-AU" sz="1400" spc="-10" dirty="0">
                <a:latin typeface="Arial"/>
                <a:cs typeface="Arial"/>
              </a:rPr>
              <a:t> </a:t>
            </a:r>
            <a:r>
              <a:rPr lang="en-AU" sz="1400" dirty="0" err="1">
                <a:latin typeface="Arial"/>
                <a:cs typeface="Arial"/>
              </a:rPr>
              <a:t>ium</a:t>
            </a:r>
            <a:r>
              <a:rPr lang="en-AU" sz="1400" spc="-10" dirty="0">
                <a:latin typeface="Arial"/>
                <a:cs typeface="Arial"/>
              </a:rPr>
              <a:t> </a:t>
            </a:r>
            <a:r>
              <a:rPr lang="en-AU" sz="1400" dirty="0" err="1">
                <a:latin typeface="Arial"/>
                <a:cs typeface="Arial"/>
              </a:rPr>
              <a:t>aute</a:t>
            </a:r>
            <a:r>
              <a:rPr lang="en-AU" sz="1400" spc="-5" dirty="0">
                <a:latin typeface="Arial"/>
                <a:cs typeface="Arial"/>
              </a:rPr>
              <a:t> </a:t>
            </a:r>
            <a:r>
              <a:rPr lang="en-AU" sz="1400" spc="-10" dirty="0" err="1">
                <a:latin typeface="Arial"/>
                <a:cs typeface="Arial"/>
              </a:rPr>
              <a:t>fuidesteI</a:t>
            </a:r>
            <a:r>
              <a:rPr lang="en-AU" sz="1400" spc="-10" dirty="0">
                <a:latin typeface="Arial"/>
                <a:cs typeface="Arial"/>
              </a:rPr>
              <a:t> </a:t>
            </a:r>
            <a:r>
              <a:rPr lang="en-AU" sz="1400" dirty="0" err="1">
                <a:latin typeface="Arial"/>
                <a:cs typeface="Arial"/>
              </a:rPr>
              <a:t>eces</a:t>
            </a:r>
            <a:r>
              <a:rPr lang="en-AU" sz="1400" dirty="0">
                <a:latin typeface="Arial"/>
                <a:cs typeface="Arial"/>
              </a:rPr>
              <a:t>,</a:t>
            </a:r>
            <a:r>
              <a:rPr lang="en-AU" sz="1400" spc="-15" dirty="0">
                <a:latin typeface="Arial"/>
                <a:cs typeface="Arial"/>
              </a:rPr>
              <a:t> </a:t>
            </a:r>
            <a:r>
              <a:rPr lang="en-AU" sz="1400" dirty="0">
                <a:latin typeface="Arial"/>
                <a:cs typeface="Arial"/>
              </a:rPr>
              <a:t>Cas</a:t>
            </a:r>
            <a:r>
              <a:rPr lang="en-AU" sz="1400" spc="-15" dirty="0">
                <a:latin typeface="Arial"/>
                <a:cs typeface="Arial"/>
              </a:rPr>
              <a:t> </a:t>
            </a:r>
            <a:r>
              <a:rPr lang="en-AU" sz="1400" dirty="0" err="1">
                <a:latin typeface="Arial"/>
                <a:cs typeface="Arial"/>
              </a:rPr>
              <a:t>cus</a:t>
            </a:r>
            <a:r>
              <a:rPr lang="en-AU" sz="1400" spc="-10" dirty="0">
                <a:latin typeface="Arial"/>
                <a:cs typeface="Arial"/>
              </a:rPr>
              <a:t> </a:t>
            </a:r>
            <a:r>
              <a:rPr lang="en-AU" sz="1400" dirty="0" err="1">
                <a:latin typeface="Arial"/>
                <a:cs typeface="Arial"/>
              </a:rPr>
              <a:t>aus</a:t>
            </a:r>
            <a:r>
              <a:rPr lang="en-AU" sz="1400" spc="-15" dirty="0">
                <a:latin typeface="Arial"/>
                <a:cs typeface="Arial"/>
              </a:rPr>
              <a:t> </a:t>
            </a:r>
            <a:r>
              <a:rPr lang="en-AU" sz="1400" spc="-10" dirty="0" err="1">
                <a:latin typeface="Arial"/>
                <a:cs typeface="Arial"/>
              </a:rPr>
              <a:t>opubli</a:t>
            </a:r>
            <a:r>
              <a:rPr lang="en-AU" sz="1400" spc="-10" dirty="0">
                <a:latin typeface="Arial"/>
                <a:cs typeface="Arial"/>
              </a:rPr>
              <a:t>.</a:t>
            </a:r>
            <a:endParaRPr lang="en-AU" sz="1400"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583941" y="3611228"/>
            <a:ext cx="1558620" cy="548204"/>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300522325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image 1">
    <p:bg>
      <p:bgRef idx="1001">
        <a:schemeClr val="bg1"/>
      </p:bgRef>
    </p:bg>
    <p:spTree>
      <p:nvGrpSpPr>
        <p:cNvPr id="1" name=""/>
        <p:cNvGrpSpPr/>
        <p:nvPr/>
      </p:nvGrpSpPr>
      <p:grpSpPr>
        <a:xfrm>
          <a:off x="0" y="0"/>
          <a:ext cx="0" cy="0"/>
          <a:chOff x="0" y="0"/>
          <a:chExt cx="0" cy="0"/>
        </a:xfrm>
      </p:grpSpPr>
      <p:pic>
        <p:nvPicPr>
          <p:cNvPr id="4" name="object 6">
            <a:extLst>
              <a:ext uri="{FF2B5EF4-FFF2-40B4-BE49-F238E27FC236}">
                <a16:creationId xmlns:a16="http://schemas.microsoft.com/office/drawing/2014/main" id="{351BF546-A7D6-4DDD-D34D-2811CA1DFCD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dirty="0">
                <a:latin typeface="Arial"/>
                <a:cs typeface="Arial"/>
              </a:rPr>
              <a:t>Intro</a:t>
            </a:r>
            <a:r>
              <a:rPr lang="en-AU" sz="1400" spc="-20" dirty="0">
                <a:latin typeface="Arial"/>
                <a:cs typeface="Arial"/>
              </a:rPr>
              <a:t> </a:t>
            </a:r>
            <a:r>
              <a:rPr lang="en-AU" sz="1400" dirty="0">
                <a:latin typeface="Arial"/>
                <a:cs typeface="Arial"/>
              </a:rPr>
              <a:t>text</a:t>
            </a:r>
            <a:r>
              <a:rPr lang="en-AU" sz="1400" spc="-5" dirty="0">
                <a:latin typeface="Arial"/>
                <a:cs typeface="Arial"/>
              </a:rPr>
              <a:t> </a:t>
            </a:r>
            <a:r>
              <a:rPr lang="en-AU" sz="1400" dirty="0">
                <a:latin typeface="Arial"/>
                <a:cs typeface="Arial"/>
              </a:rPr>
              <a:t>14pt,</a:t>
            </a:r>
            <a:r>
              <a:rPr lang="en-AU" sz="1400" spc="-15" dirty="0">
                <a:latin typeface="Arial"/>
                <a:cs typeface="Arial"/>
              </a:rPr>
              <a:t> </a:t>
            </a:r>
            <a:r>
              <a:rPr lang="en-AU" sz="1400" dirty="0">
                <a:latin typeface="Arial"/>
                <a:cs typeface="Arial"/>
              </a:rPr>
              <a:t>to</a:t>
            </a:r>
            <a:r>
              <a:rPr lang="en-AU" sz="1400" spc="-5" dirty="0">
                <a:latin typeface="Arial"/>
                <a:cs typeface="Arial"/>
              </a:rPr>
              <a:t> </a:t>
            </a:r>
            <a:r>
              <a:rPr lang="en-AU" sz="1400" dirty="0">
                <a:latin typeface="Arial"/>
                <a:cs typeface="Arial"/>
              </a:rPr>
              <a:t>sit</a:t>
            </a:r>
            <a:r>
              <a:rPr lang="en-AU" sz="1400" spc="-10" dirty="0">
                <a:latin typeface="Arial"/>
                <a:cs typeface="Arial"/>
              </a:rPr>
              <a:t> </a:t>
            </a:r>
            <a:r>
              <a:rPr lang="en-AU" sz="1400" dirty="0">
                <a:latin typeface="Arial"/>
                <a:cs typeface="Arial"/>
              </a:rPr>
              <a:t>here.</a:t>
            </a:r>
            <a:r>
              <a:rPr lang="en-AU" sz="1400" spc="-10" dirty="0">
                <a:latin typeface="Arial"/>
                <a:cs typeface="Arial"/>
              </a:rPr>
              <a:t> </a:t>
            </a:r>
            <a:br>
              <a:rPr lang="en-AU" sz="1400" spc="-10" dirty="0">
                <a:latin typeface="Arial"/>
                <a:cs typeface="Arial"/>
              </a:rPr>
            </a:br>
            <a:r>
              <a:rPr lang="en-AU" sz="1400" dirty="0">
                <a:latin typeface="Arial"/>
                <a:cs typeface="Arial"/>
              </a:rPr>
              <a:t>2–3</a:t>
            </a:r>
            <a:r>
              <a:rPr lang="en-AU" sz="1400" spc="-10" dirty="0">
                <a:latin typeface="Arial"/>
                <a:cs typeface="Arial"/>
              </a:rPr>
              <a:t> lines </a:t>
            </a:r>
            <a:r>
              <a:rPr lang="en-AU" sz="1400" dirty="0">
                <a:latin typeface="Arial"/>
                <a:cs typeface="Arial"/>
              </a:rPr>
              <a:t>of</a:t>
            </a:r>
            <a:r>
              <a:rPr lang="en-AU" sz="1400" spc="-15" dirty="0">
                <a:latin typeface="Arial"/>
                <a:cs typeface="Arial"/>
              </a:rPr>
              <a:t> </a:t>
            </a:r>
            <a:r>
              <a:rPr lang="en-AU" sz="1400" spc="-25" dirty="0">
                <a:latin typeface="Arial"/>
                <a:cs typeface="Arial"/>
              </a:rPr>
              <a:t>copy.</a:t>
            </a:r>
            <a:r>
              <a:rPr lang="en-AU" sz="1400" spc="-80" dirty="0">
                <a:latin typeface="Arial"/>
                <a:cs typeface="Arial"/>
              </a:rPr>
              <a:t> </a:t>
            </a:r>
            <a:r>
              <a:rPr lang="en-AU" sz="1400" dirty="0">
                <a:latin typeface="Arial"/>
                <a:cs typeface="Arial"/>
              </a:rPr>
              <a:t>Am </a:t>
            </a:r>
            <a:r>
              <a:rPr lang="en-AU" sz="1400" dirty="0" err="1">
                <a:latin typeface="Arial"/>
                <a:cs typeface="Arial"/>
              </a:rPr>
              <a:t>quo’xnkaln</a:t>
            </a:r>
            <a:r>
              <a:rPr lang="en-AU" sz="1400" spc="-10" dirty="0">
                <a:latin typeface="Arial"/>
                <a:cs typeface="Arial"/>
              </a:rPr>
              <a:t> </a:t>
            </a:r>
            <a:r>
              <a:rPr lang="en-AU" sz="1400" dirty="0" err="1">
                <a:latin typeface="Arial"/>
                <a:cs typeface="Arial"/>
              </a:rPr>
              <a:t>ium</a:t>
            </a:r>
            <a:r>
              <a:rPr lang="en-AU" sz="1400" spc="-10" dirty="0">
                <a:latin typeface="Arial"/>
                <a:cs typeface="Arial"/>
              </a:rPr>
              <a:t> </a:t>
            </a:r>
            <a:r>
              <a:rPr lang="en-AU" sz="1400" dirty="0" err="1">
                <a:latin typeface="Arial"/>
                <a:cs typeface="Arial"/>
              </a:rPr>
              <a:t>aute</a:t>
            </a:r>
            <a:r>
              <a:rPr lang="en-AU" sz="1400" spc="-5" dirty="0">
                <a:latin typeface="Arial"/>
                <a:cs typeface="Arial"/>
              </a:rPr>
              <a:t> </a:t>
            </a:r>
            <a:r>
              <a:rPr lang="en-AU" sz="1400" spc="-10" dirty="0" err="1">
                <a:latin typeface="Arial"/>
                <a:cs typeface="Arial"/>
              </a:rPr>
              <a:t>fuidesteI</a:t>
            </a:r>
            <a:r>
              <a:rPr lang="en-AU" sz="1400" spc="-10" dirty="0">
                <a:latin typeface="Arial"/>
                <a:cs typeface="Arial"/>
              </a:rPr>
              <a:t> </a:t>
            </a:r>
            <a:r>
              <a:rPr lang="en-AU" sz="1400" dirty="0" err="1">
                <a:latin typeface="Arial"/>
                <a:cs typeface="Arial"/>
              </a:rPr>
              <a:t>eces</a:t>
            </a:r>
            <a:r>
              <a:rPr lang="en-AU" sz="1400" dirty="0">
                <a:latin typeface="Arial"/>
                <a:cs typeface="Arial"/>
              </a:rPr>
              <a:t>,</a:t>
            </a:r>
            <a:r>
              <a:rPr lang="en-AU" sz="1400" spc="-15" dirty="0">
                <a:latin typeface="Arial"/>
                <a:cs typeface="Arial"/>
              </a:rPr>
              <a:t> </a:t>
            </a:r>
            <a:r>
              <a:rPr lang="en-AU" sz="1400" dirty="0">
                <a:latin typeface="Arial"/>
                <a:cs typeface="Arial"/>
              </a:rPr>
              <a:t>Cas</a:t>
            </a:r>
            <a:r>
              <a:rPr lang="en-AU" sz="1400" spc="-15" dirty="0">
                <a:latin typeface="Arial"/>
                <a:cs typeface="Arial"/>
              </a:rPr>
              <a:t> </a:t>
            </a:r>
            <a:r>
              <a:rPr lang="en-AU" sz="1400" dirty="0" err="1">
                <a:latin typeface="Arial"/>
                <a:cs typeface="Arial"/>
              </a:rPr>
              <a:t>cus</a:t>
            </a:r>
            <a:r>
              <a:rPr lang="en-AU" sz="1400" spc="-10" dirty="0">
                <a:latin typeface="Arial"/>
                <a:cs typeface="Arial"/>
              </a:rPr>
              <a:t> </a:t>
            </a:r>
            <a:r>
              <a:rPr lang="en-AU" sz="1400" dirty="0" err="1">
                <a:latin typeface="Arial"/>
                <a:cs typeface="Arial"/>
              </a:rPr>
              <a:t>aus</a:t>
            </a:r>
            <a:r>
              <a:rPr lang="en-AU" sz="1400" spc="-15" dirty="0">
                <a:latin typeface="Arial"/>
                <a:cs typeface="Arial"/>
              </a:rPr>
              <a:t> </a:t>
            </a:r>
            <a:r>
              <a:rPr lang="en-AU" sz="1400" spc="-10" dirty="0" err="1">
                <a:latin typeface="Arial"/>
                <a:cs typeface="Arial"/>
              </a:rPr>
              <a:t>opubli</a:t>
            </a:r>
            <a:r>
              <a:rPr lang="en-AU" sz="1400" spc="-10" dirty="0">
                <a:latin typeface="Arial"/>
                <a:cs typeface="Arial"/>
              </a:rPr>
              <a:t>.</a:t>
            </a:r>
            <a:endParaRPr lang="en-AU" sz="1400"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583941" y="3611228"/>
            <a:ext cx="1558620" cy="548204"/>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124010385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image 1">
    <p:bg>
      <p:bgRef idx="1001">
        <a:schemeClr val="bg1"/>
      </p:bgRef>
    </p:bg>
    <p:spTree>
      <p:nvGrpSpPr>
        <p:cNvPr id="1" name=""/>
        <p:cNvGrpSpPr/>
        <p:nvPr/>
      </p:nvGrpSpPr>
      <p:grpSpPr>
        <a:xfrm>
          <a:off x="0" y="0"/>
          <a:ext cx="0" cy="0"/>
          <a:chOff x="0" y="0"/>
          <a:chExt cx="0" cy="0"/>
        </a:xfrm>
      </p:grpSpPr>
      <p:pic>
        <p:nvPicPr>
          <p:cNvPr id="5" name="object 4">
            <a:extLst>
              <a:ext uri="{FF2B5EF4-FFF2-40B4-BE49-F238E27FC236}">
                <a16:creationId xmlns:a16="http://schemas.microsoft.com/office/drawing/2014/main" id="{A9A93A07-E57F-5770-834F-CFEF4A2F1EA7}"/>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8021"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dirty="0">
                <a:latin typeface="Arial"/>
                <a:cs typeface="Arial"/>
              </a:rPr>
              <a:t>Intro</a:t>
            </a:r>
            <a:r>
              <a:rPr lang="en-AU" sz="1400" spc="-20" dirty="0">
                <a:latin typeface="Arial"/>
                <a:cs typeface="Arial"/>
              </a:rPr>
              <a:t> </a:t>
            </a:r>
            <a:r>
              <a:rPr lang="en-AU" sz="1400" dirty="0">
                <a:latin typeface="Arial"/>
                <a:cs typeface="Arial"/>
              </a:rPr>
              <a:t>text</a:t>
            </a:r>
            <a:r>
              <a:rPr lang="en-AU" sz="1400" spc="-5" dirty="0">
                <a:latin typeface="Arial"/>
                <a:cs typeface="Arial"/>
              </a:rPr>
              <a:t> </a:t>
            </a:r>
            <a:r>
              <a:rPr lang="en-AU" sz="1400" dirty="0">
                <a:latin typeface="Arial"/>
                <a:cs typeface="Arial"/>
              </a:rPr>
              <a:t>14pt,</a:t>
            </a:r>
            <a:r>
              <a:rPr lang="en-AU" sz="1400" spc="-15" dirty="0">
                <a:latin typeface="Arial"/>
                <a:cs typeface="Arial"/>
              </a:rPr>
              <a:t> </a:t>
            </a:r>
            <a:r>
              <a:rPr lang="en-AU" sz="1400" dirty="0">
                <a:latin typeface="Arial"/>
                <a:cs typeface="Arial"/>
              </a:rPr>
              <a:t>to</a:t>
            </a:r>
            <a:r>
              <a:rPr lang="en-AU" sz="1400" spc="-5" dirty="0">
                <a:latin typeface="Arial"/>
                <a:cs typeface="Arial"/>
              </a:rPr>
              <a:t> </a:t>
            </a:r>
            <a:r>
              <a:rPr lang="en-AU" sz="1400" dirty="0">
                <a:latin typeface="Arial"/>
                <a:cs typeface="Arial"/>
              </a:rPr>
              <a:t>sit</a:t>
            </a:r>
            <a:r>
              <a:rPr lang="en-AU" sz="1400" spc="-10" dirty="0">
                <a:latin typeface="Arial"/>
                <a:cs typeface="Arial"/>
              </a:rPr>
              <a:t> </a:t>
            </a:r>
            <a:r>
              <a:rPr lang="en-AU" sz="1400" dirty="0">
                <a:latin typeface="Arial"/>
                <a:cs typeface="Arial"/>
              </a:rPr>
              <a:t>here.</a:t>
            </a:r>
            <a:r>
              <a:rPr lang="en-AU" sz="1400" spc="-10" dirty="0">
                <a:latin typeface="Arial"/>
                <a:cs typeface="Arial"/>
              </a:rPr>
              <a:t> </a:t>
            </a:r>
            <a:br>
              <a:rPr lang="en-AU" sz="1400" spc="-10" dirty="0">
                <a:latin typeface="Arial"/>
                <a:cs typeface="Arial"/>
              </a:rPr>
            </a:br>
            <a:r>
              <a:rPr lang="en-AU" sz="1400" dirty="0">
                <a:latin typeface="Arial"/>
                <a:cs typeface="Arial"/>
              </a:rPr>
              <a:t>2–3</a:t>
            </a:r>
            <a:r>
              <a:rPr lang="en-AU" sz="1400" spc="-10" dirty="0">
                <a:latin typeface="Arial"/>
                <a:cs typeface="Arial"/>
              </a:rPr>
              <a:t> lines </a:t>
            </a:r>
            <a:r>
              <a:rPr lang="en-AU" sz="1400" dirty="0">
                <a:latin typeface="Arial"/>
                <a:cs typeface="Arial"/>
              </a:rPr>
              <a:t>of</a:t>
            </a:r>
            <a:r>
              <a:rPr lang="en-AU" sz="1400" spc="-15" dirty="0">
                <a:latin typeface="Arial"/>
                <a:cs typeface="Arial"/>
              </a:rPr>
              <a:t> </a:t>
            </a:r>
            <a:r>
              <a:rPr lang="en-AU" sz="1400" spc="-25" dirty="0">
                <a:latin typeface="Arial"/>
                <a:cs typeface="Arial"/>
              </a:rPr>
              <a:t>copy.</a:t>
            </a:r>
            <a:r>
              <a:rPr lang="en-AU" sz="1400" spc="-80" dirty="0">
                <a:latin typeface="Arial"/>
                <a:cs typeface="Arial"/>
              </a:rPr>
              <a:t> </a:t>
            </a:r>
            <a:r>
              <a:rPr lang="en-AU" sz="1400" dirty="0">
                <a:latin typeface="Arial"/>
                <a:cs typeface="Arial"/>
              </a:rPr>
              <a:t>Am </a:t>
            </a:r>
            <a:r>
              <a:rPr lang="en-AU" sz="1400" dirty="0" err="1">
                <a:latin typeface="Arial"/>
                <a:cs typeface="Arial"/>
              </a:rPr>
              <a:t>quo’xnkaln</a:t>
            </a:r>
            <a:r>
              <a:rPr lang="en-AU" sz="1400" spc="-10" dirty="0">
                <a:latin typeface="Arial"/>
                <a:cs typeface="Arial"/>
              </a:rPr>
              <a:t> </a:t>
            </a:r>
            <a:r>
              <a:rPr lang="en-AU" sz="1400" dirty="0" err="1">
                <a:latin typeface="Arial"/>
                <a:cs typeface="Arial"/>
              </a:rPr>
              <a:t>ium</a:t>
            </a:r>
            <a:r>
              <a:rPr lang="en-AU" sz="1400" spc="-10" dirty="0">
                <a:latin typeface="Arial"/>
                <a:cs typeface="Arial"/>
              </a:rPr>
              <a:t> </a:t>
            </a:r>
            <a:r>
              <a:rPr lang="en-AU" sz="1400" dirty="0" err="1">
                <a:latin typeface="Arial"/>
                <a:cs typeface="Arial"/>
              </a:rPr>
              <a:t>aute</a:t>
            </a:r>
            <a:r>
              <a:rPr lang="en-AU" sz="1400" spc="-5" dirty="0">
                <a:latin typeface="Arial"/>
                <a:cs typeface="Arial"/>
              </a:rPr>
              <a:t> </a:t>
            </a:r>
            <a:r>
              <a:rPr lang="en-AU" sz="1400" spc="-10" dirty="0" err="1">
                <a:latin typeface="Arial"/>
                <a:cs typeface="Arial"/>
              </a:rPr>
              <a:t>fuidesteI</a:t>
            </a:r>
            <a:r>
              <a:rPr lang="en-AU" sz="1400" spc="-10" dirty="0">
                <a:latin typeface="Arial"/>
                <a:cs typeface="Arial"/>
              </a:rPr>
              <a:t> </a:t>
            </a:r>
            <a:r>
              <a:rPr lang="en-AU" sz="1400" dirty="0" err="1">
                <a:latin typeface="Arial"/>
                <a:cs typeface="Arial"/>
              </a:rPr>
              <a:t>eces</a:t>
            </a:r>
            <a:r>
              <a:rPr lang="en-AU" sz="1400" dirty="0">
                <a:latin typeface="Arial"/>
                <a:cs typeface="Arial"/>
              </a:rPr>
              <a:t>,</a:t>
            </a:r>
            <a:r>
              <a:rPr lang="en-AU" sz="1400" spc="-15" dirty="0">
                <a:latin typeface="Arial"/>
                <a:cs typeface="Arial"/>
              </a:rPr>
              <a:t> </a:t>
            </a:r>
            <a:r>
              <a:rPr lang="en-AU" sz="1400" dirty="0">
                <a:latin typeface="Arial"/>
                <a:cs typeface="Arial"/>
              </a:rPr>
              <a:t>Cas</a:t>
            </a:r>
            <a:r>
              <a:rPr lang="en-AU" sz="1400" spc="-15" dirty="0">
                <a:latin typeface="Arial"/>
                <a:cs typeface="Arial"/>
              </a:rPr>
              <a:t> </a:t>
            </a:r>
            <a:r>
              <a:rPr lang="en-AU" sz="1400" dirty="0" err="1">
                <a:latin typeface="Arial"/>
                <a:cs typeface="Arial"/>
              </a:rPr>
              <a:t>cus</a:t>
            </a:r>
            <a:r>
              <a:rPr lang="en-AU" sz="1400" spc="-10" dirty="0">
                <a:latin typeface="Arial"/>
                <a:cs typeface="Arial"/>
              </a:rPr>
              <a:t> </a:t>
            </a:r>
            <a:r>
              <a:rPr lang="en-AU" sz="1400" dirty="0" err="1">
                <a:latin typeface="Arial"/>
                <a:cs typeface="Arial"/>
              </a:rPr>
              <a:t>aus</a:t>
            </a:r>
            <a:r>
              <a:rPr lang="en-AU" sz="1400" spc="-15" dirty="0">
                <a:latin typeface="Arial"/>
                <a:cs typeface="Arial"/>
              </a:rPr>
              <a:t> </a:t>
            </a:r>
            <a:r>
              <a:rPr lang="en-AU" sz="1400" spc="-10" dirty="0" err="1">
                <a:latin typeface="Arial"/>
                <a:cs typeface="Arial"/>
              </a:rPr>
              <a:t>opubli</a:t>
            </a:r>
            <a:r>
              <a:rPr lang="en-AU" sz="1400" spc="-10" dirty="0">
                <a:latin typeface="Arial"/>
                <a:cs typeface="Arial"/>
              </a:rPr>
              <a:t>.</a:t>
            </a:r>
            <a:endParaRPr lang="en-AU" sz="1400"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583941" y="3611228"/>
            <a:ext cx="1558620" cy="548204"/>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370637936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image 1">
    <p:bg>
      <p:bgRef idx="1001">
        <a:schemeClr val="bg1"/>
      </p:bgRef>
    </p:bg>
    <p:spTree>
      <p:nvGrpSpPr>
        <p:cNvPr id="1" name=""/>
        <p:cNvGrpSpPr/>
        <p:nvPr/>
      </p:nvGrpSpPr>
      <p:grpSpPr>
        <a:xfrm>
          <a:off x="0" y="0"/>
          <a:ext cx="0" cy="0"/>
          <a:chOff x="0" y="0"/>
          <a:chExt cx="0" cy="0"/>
        </a:xfrm>
      </p:grpSpPr>
      <p:pic>
        <p:nvPicPr>
          <p:cNvPr id="4" name="object 4">
            <a:extLst>
              <a:ext uri="{FF2B5EF4-FFF2-40B4-BE49-F238E27FC236}">
                <a16:creationId xmlns:a16="http://schemas.microsoft.com/office/drawing/2014/main" id="{3F48FE3D-1F01-EEB6-6A4A-4F4B29D064A5}"/>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571500"/>
            <a:ext cx="4572000"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468137" y="937577"/>
            <a:ext cx="3966985" cy="946577"/>
          </a:xfrm>
          <a:prstGeom prst="rect">
            <a:avLst/>
          </a:prstGeom>
        </p:spPr>
        <p:txBody>
          <a:bodyPr/>
          <a:lstStyle>
            <a:lvl1pPr>
              <a:defRPr sz="2800">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457627" y="1981961"/>
            <a:ext cx="3966984" cy="753789"/>
          </a:xfrm>
          <a:prstGeom prst="rect">
            <a:avLst/>
          </a:prstGeom>
        </p:spPr>
        <p:txBody>
          <a:bodyPr/>
          <a:lstStyle>
            <a:lvl1pPr marL="0" indent="0">
              <a:buNone/>
              <a:defRPr sz="1400">
                <a:solidFill>
                  <a:schemeClr val="tx1"/>
                </a:solidFill>
              </a:defRPr>
            </a:lvl1pPr>
            <a:lvl2pPr>
              <a:defRPr sz="1400"/>
            </a:lvl2pPr>
            <a:lvl3pPr>
              <a:defRPr sz="1400"/>
            </a:lvl3pPr>
            <a:lvl4pPr>
              <a:defRPr sz="1400"/>
            </a:lvl4pPr>
            <a:lvl5pPr>
              <a:defRPr sz="1400"/>
            </a:lvl5pPr>
          </a:lstStyle>
          <a:p>
            <a:pPr marL="12700" marR="5080">
              <a:lnSpc>
                <a:spcPct val="100000"/>
              </a:lnSpc>
              <a:spcBef>
                <a:spcPts val="100"/>
              </a:spcBef>
            </a:pPr>
            <a:r>
              <a:rPr lang="en-AU" sz="1400" dirty="0">
                <a:latin typeface="Arial"/>
                <a:cs typeface="Arial"/>
              </a:rPr>
              <a:t>Intro</a:t>
            </a:r>
            <a:r>
              <a:rPr lang="en-AU" sz="1400" spc="-20" dirty="0">
                <a:latin typeface="Arial"/>
                <a:cs typeface="Arial"/>
              </a:rPr>
              <a:t> </a:t>
            </a:r>
            <a:r>
              <a:rPr lang="en-AU" sz="1400" dirty="0">
                <a:latin typeface="Arial"/>
                <a:cs typeface="Arial"/>
              </a:rPr>
              <a:t>text</a:t>
            </a:r>
            <a:r>
              <a:rPr lang="en-AU" sz="1400" spc="-5" dirty="0">
                <a:latin typeface="Arial"/>
                <a:cs typeface="Arial"/>
              </a:rPr>
              <a:t> </a:t>
            </a:r>
            <a:r>
              <a:rPr lang="en-AU" sz="1400" dirty="0">
                <a:latin typeface="Arial"/>
                <a:cs typeface="Arial"/>
              </a:rPr>
              <a:t>14pt,</a:t>
            </a:r>
            <a:r>
              <a:rPr lang="en-AU" sz="1400" spc="-15" dirty="0">
                <a:latin typeface="Arial"/>
                <a:cs typeface="Arial"/>
              </a:rPr>
              <a:t> </a:t>
            </a:r>
            <a:r>
              <a:rPr lang="en-AU" sz="1400" dirty="0">
                <a:latin typeface="Arial"/>
                <a:cs typeface="Arial"/>
              </a:rPr>
              <a:t>to</a:t>
            </a:r>
            <a:r>
              <a:rPr lang="en-AU" sz="1400" spc="-5" dirty="0">
                <a:latin typeface="Arial"/>
                <a:cs typeface="Arial"/>
              </a:rPr>
              <a:t> </a:t>
            </a:r>
            <a:r>
              <a:rPr lang="en-AU" sz="1400" dirty="0">
                <a:latin typeface="Arial"/>
                <a:cs typeface="Arial"/>
              </a:rPr>
              <a:t>sit</a:t>
            </a:r>
            <a:r>
              <a:rPr lang="en-AU" sz="1400" spc="-10" dirty="0">
                <a:latin typeface="Arial"/>
                <a:cs typeface="Arial"/>
              </a:rPr>
              <a:t> </a:t>
            </a:r>
            <a:r>
              <a:rPr lang="en-AU" sz="1400" dirty="0">
                <a:latin typeface="Arial"/>
                <a:cs typeface="Arial"/>
              </a:rPr>
              <a:t>here.</a:t>
            </a:r>
            <a:r>
              <a:rPr lang="en-AU" sz="1400" spc="-10" dirty="0">
                <a:latin typeface="Arial"/>
                <a:cs typeface="Arial"/>
              </a:rPr>
              <a:t> </a:t>
            </a:r>
            <a:br>
              <a:rPr lang="en-AU" sz="1400" spc="-10" dirty="0">
                <a:latin typeface="Arial"/>
                <a:cs typeface="Arial"/>
              </a:rPr>
            </a:br>
            <a:r>
              <a:rPr lang="en-AU" sz="1400" dirty="0">
                <a:latin typeface="Arial"/>
                <a:cs typeface="Arial"/>
              </a:rPr>
              <a:t>2–3</a:t>
            </a:r>
            <a:r>
              <a:rPr lang="en-AU" sz="1400" spc="-10" dirty="0">
                <a:latin typeface="Arial"/>
                <a:cs typeface="Arial"/>
              </a:rPr>
              <a:t> lines </a:t>
            </a:r>
            <a:r>
              <a:rPr lang="en-AU" sz="1400" dirty="0">
                <a:latin typeface="Arial"/>
                <a:cs typeface="Arial"/>
              </a:rPr>
              <a:t>of</a:t>
            </a:r>
            <a:r>
              <a:rPr lang="en-AU" sz="1400" spc="-15" dirty="0">
                <a:latin typeface="Arial"/>
                <a:cs typeface="Arial"/>
              </a:rPr>
              <a:t> </a:t>
            </a:r>
            <a:r>
              <a:rPr lang="en-AU" sz="1400" spc="-25" dirty="0">
                <a:latin typeface="Arial"/>
                <a:cs typeface="Arial"/>
              </a:rPr>
              <a:t>copy.</a:t>
            </a:r>
            <a:r>
              <a:rPr lang="en-AU" sz="1400" spc="-80" dirty="0">
                <a:latin typeface="Arial"/>
                <a:cs typeface="Arial"/>
              </a:rPr>
              <a:t> </a:t>
            </a:r>
            <a:r>
              <a:rPr lang="en-AU" sz="1400" dirty="0">
                <a:latin typeface="Arial"/>
                <a:cs typeface="Arial"/>
              </a:rPr>
              <a:t>Am </a:t>
            </a:r>
            <a:r>
              <a:rPr lang="en-AU" sz="1400" dirty="0" err="1">
                <a:latin typeface="Arial"/>
                <a:cs typeface="Arial"/>
              </a:rPr>
              <a:t>quo’xnkaln</a:t>
            </a:r>
            <a:r>
              <a:rPr lang="en-AU" sz="1400" spc="-10" dirty="0">
                <a:latin typeface="Arial"/>
                <a:cs typeface="Arial"/>
              </a:rPr>
              <a:t> </a:t>
            </a:r>
            <a:r>
              <a:rPr lang="en-AU" sz="1400" dirty="0" err="1">
                <a:latin typeface="Arial"/>
                <a:cs typeface="Arial"/>
              </a:rPr>
              <a:t>ium</a:t>
            </a:r>
            <a:r>
              <a:rPr lang="en-AU" sz="1400" spc="-10" dirty="0">
                <a:latin typeface="Arial"/>
                <a:cs typeface="Arial"/>
              </a:rPr>
              <a:t> </a:t>
            </a:r>
            <a:r>
              <a:rPr lang="en-AU" sz="1400" dirty="0" err="1">
                <a:latin typeface="Arial"/>
                <a:cs typeface="Arial"/>
              </a:rPr>
              <a:t>aute</a:t>
            </a:r>
            <a:r>
              <a:rPr lang="en-AU" sz="1400" spc="-5" dirty="0">
                <a:latin typeface="Arial"/>
                <a:cs typeface="Arial"/>
              </a:rPr>
              <a:t> </a:t>
            </a:r>
            <a:r>
              <a:rPr lang="en-AU" sz="1400" spc="-10" dirty="0" err="1">
                <a:latin typeface="Arial"/>
                <a:cs typeface="Arial"/>
              </a:rPr>
              <a:t>fuidesteI</a:t>
            </a:r>
            <a:r>
              <a:rPr lang="en-AU" sz="1400" spc="-10" dirty="0">
                <a:latin typeface="Arial"/>
                <a:cs typeface="Arial"/>
              </a:rPr>
              <a:t> </a:t>
            </a:r>
            <a:r>
              <a:rPr lang="en-AU" sz="1400" dirty="0" err="1">
                <a:latin typeface="Arial"/>
                <a:cs typeface="Arial"/>
              </a:rPr>
              <a:t>eces</a:t>
            </a:r>
            <a:r>
              <a:rPr lang="en-AU" sz="1400" dirty="0">
                <a:latin typeface="Arial"/>
                <a:cs typeface="Arial"/>
              </a:rPr>
              <a:t>,</a:t>
            </a:r>
            <a:r>
              <a:rPr lang="en-AU" sz="1400" spc="-15" dirty="0">
                <a:latin typeface="Arial"/>
                <a:cs typeface="Arial"/>
              </a:rPr>
              <a:t> </a:t>
            </a:r>
            <a:r>
              <a:rPr lang="en-AU" sz="1400" dirty="0">
                <a:latin typeface="Arial"/>
                <a:cs typeface="Arial"/>
              </a:rPr>
              <a:t>Cas</a:t>
            </a:r>
            <a:r>
              <a:rPr lang="en-AU" sz="1400" spc="-15" dirty="0">
                <a:latin typeface="Arial"/>
                <a:cs typeface="Arial"/>
              </a:rPr>
              <a:t> </a:t>
            </a:r>
            <a:r>
              <a:rPr lang="en-AU" sz="1400" dirty="0" err="1">
                <a:latin typeface="Arial"/>
                <a:cs typeface="Arial"/>
              </a:rPr>
              <a:t>cus</a:t>
            </a:r>
            <a:r>
              <a:rPr lang="en-AU" sz="1400" spc="-10" dirty="0">
                <a:latin typeface="Arial"/>
                <a:cs typeface="Arial"/>
              </a:rPr>
              <a:t> </a:t>
            </a:r>
            <a:r>
              <a:rPr lang="en-AU" sz="1400" dirty="0" err="1">
                <a:latin typeface="Arial"/>
                <a:cs typeface="Arial"/>
              </a:rPr>
              <a:t>aus</a:t>
            </a:r>
            <a:r>
              <a:rPr lang="en-AU" sz="1400" spc="-15" dirty="0">
                <a:latin typeface="Arial"/>
                <a:cs typeface="Arial"/>
              </a:rPr>
              <a:t> </a:t>
            </a:r>
            <a:r>
              <a:rPr lang="en-AU" sz="1400" spc="-10" dirty="0" err="1">
                <a:latin typeface="Arial"/>
                <a:cs typeface="Arial"/>
              </a:rPr>
              <a:t>opubli</a:t>
            </a:r>
            <a:r>
              <a:rPr lang="en-AU" sz="1400" spc="-10" dirty="0">
                <a:latin typeface="Arial"/>
                <a:cs typeface="Arial"/>
              </a:rPr>
              <a:t>.</a:t>
            </a:r>
            <a:endParaRPr lang="en-AU" sz="1400"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468137" y="2787410"/>
            <a:ext cx="3502275" cy="414686"/>
          </a:xfrm>
          <a:prstGeom prst="rect">
            <a:avLst/>
          </a:prstGeom>
        </p:spPr>
        <p:txBody>
          <a:bodyPr anchor="b" anchorCtr="0"/>
          <a:lstStyle>
            <a:lvl1pPr marL="0" indent="0" algn="l">
              <a:buNone/>
              <a:defRPr sz="1400"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583941" y="3611228"/>
            <a:ext cx="1558620" cy="548204"/>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3535157" y="3553180"/>
            <a:ext cx="1830263" cy="169277"/>
          </a:xfrm>
          <a:prstGeom prst="rect">
            <a:avLst/>
          </a:prstGeom>
          <a:noFill/>
        </p:spPr>
        <p:txBody>
          <a:bodyPr wrap="square" rtlCol="0">
            <a:spAutoFit/>
          </a:bodyPr>
          <a:lstStyle/>
          <a:p>
            <a:r>
              <a:rPr lang="en-US" sz="500" dirty="0"/>
              <a:t>CRICOS 00026A    TEQSA PRV12057</a:t>
            </a:r>
          </a:p>
        </p:txBody>
      </p:sp>
    </p:spTree>
    <p:extLst>
      <p:ext uri="{BB962C8B-B14F-4D97-AF65-F5344CB8AC3E}">
        <p14:creationId xmlns:p14="http://schemas.microsoft.com/office/powerpoint/2010/main" val="17891882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cknowledgement of Country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4A031B-81B7-43E9-D4FB-AF1716EB702F}"/>
              </a:ext>
            </a:extLst>
          </p:cNvPr>
          <p:cNvSpPr txBox="1"/>
          <p:nvPr userDrawn="1"/>
        </p:nvSpPr>
        <p:spPr>
          <a:xfrm>
            <a:off x="577851" y="985576"/>
            <a:ext cx="5518149" cy="1674817"/>
          </a:xfrm>
          <a:prstGeom prst="rect">
            <a:avLst/>
          </a:prstGeom>
        </p:spPr>
        <p:txBody>
          <a:bodyPr vert="horz" wrap="square" lIns="0" tIns="12700" rIns="0" bIns="0" rtlCol="0">
            <a:spAutoFit/>
          </a:bodyPr>
          <a:lstStyle/>
          <a:p>
            <a:pPr marL="21590" marR="5080" indent="-9525" algn="l">
              <a:lnSpc>
                <a:spcPct val="100000"/>
              </a:lnSpc>
              <a:spcBef>
                <a:spcPts val="100"/>
              </a:spcBef>
            </a:pPr>
            <a:r>
              <a:rPr lang="en-AU" sz="1800" dirty="0">
                <a:solidFill>
                  <a:schemeClr val="tx1"/>
                </a:solidFill>
                <a:latin typeface="Arial"/>
                <a:cs typeface="Arial"/>
              </a:rPr>
              <a:t>We recognise and pay respect to the Elders and communities – past, present, and emerging – of the lands that the University of Sydney's campuses stand on. For thousands of years they have shared and exchanged knowledges across innumerable generations for the benefit of all.</a:t>
            </a:r>
          </a:p>
        </p:txBody>
      </p:sp>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583941" y="3611228"/>
            <a:ext cx="1558620" cy="548204"/>
          </a:xfrm>
          <a:prstGeom prst="rect">
            <a:avLst/>
          </a:prstGeom>
        </p:spPr>
      </p:pic>
    </p:spTree>
    <p:extLst>
      <p:ext uri="{BB962C8B-B14F-4D97-AF65-F5344CB8AC3E}">
        <p14:creationId xmlns:p14="http://schemas.microsoft.com/office/powerpoint/2010/main" val="234212541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cknowledgement of Country 2">
    <p:bg>
      <p:bgPr>
        <a:solidFill>
          <a:schemeClr val="accent1"/>
        </a:solidFill>
        <a:effectLst/>
      </p:bgPr>
    </p:bg>
    <p:spTree>
      <p:nvGrpSpPr>
        <p:cNvPr id="1" name=""/>
        <p:cNvGrpSpPr/>
        <p:nvPr/>
      </p:nvGrpSpPr>
      <p:grpSpPr>
        <a:xfrm>
          <a:off x="0" y="0"/>
          <a:ext cx="0" cy="0"/>
          <a:chOff x="0" y="0"/>
          <a:chExt cx="0" cy="0"/>
        </a:xfrm>
      </p:grpSpPr>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583941" y="3611228"/>
            <a:ext cx="1558620" cy="548204"/>
          </a:xfrm>
          <a:prstGeom prst="rect">
            <a:avLst/>
          </a:prstGeom>
        </p:spPr>
      </p:pic>
      <p:sp>
        <p:nvSpPr>
          <p:cNvPr id="6" name="Title 1">
            <a:extLst>
              <a:ext uri="{FF2B5EF4-FFF2-40B4-BE49-F238E27FC236}">
                <a16:creationId xmlns:a16="http://schemas.microsoft.com/office/drawing/2014/main" id="{3A4A031B-81B7-43E9-D4FB-AF1716EB702F}"/>
              </a:ext>
            </a:extLst>
          </p:cNvPr>
          <p:cNvSpPr txBox="1"/>
          <p:nvPr userDrawn="1"/>
        </p:nvSpPr>
        <p:spPr>
          <a:xfrm>
            <a:off x="577851" y="985576"/>
            <a:ext cx="6432549" cy="1674817"/>
          </a:xfrm>
          <a:prstGeom prst="rect">
            <a:avLst/>
          </a:prstGeom>
        </p:spPr>
        <p:txBody>
          <a:bodyPr vert="horz" wrap="square" lIns="0" tIns="12700" rIns="0" bIns="0" rtlCol="0">
            <a:spAutoFit/>
          </a:bodyPr>
          <a:lstStyle/>
          <a:p>
            <a:pPr marL="51435" marR="5080" indent="-39370">
              <a:lnSpc>
                <a:spcPct val="100000"/>
              </a:lnSpc>
              <a:spcBef>
                <a:spcPts val="100"/>
              </a:spcBef>
            </a:pPr>
            <a:r>
              <a:rPr lang="en-AU" sz="1800" dirty="0">
                <a:latin typeface="Arial"/>
                <a:cs typeface="Arial"/>
              </a:rPr>
              <a:t>The</a:t>
            </a:r>
            <a:r>
              <a:rPr lang="en-AU" sz="1800" spc="-35" dirty="0">
                <a:latin typeface="Arial"/>
                <a:cs typeface="Arial"/>
              </a:rPr>
              <a:t> </a:t>
            </a:r>
            <a:r>
              <a:rPr lang="en-AU" sz="1800" dirty="0">
                <a:latin typeface="Arial"/>
                <a:cs typeface="Arial"/>
              </a:rPr>
              <a:t>University</a:t>
            </a:r>
            <a:r>
              <a:rPr lang="en-AU" sz="1800" spc="-30" dirty="0">
                <a:latin typeface="Arial"/>
                <a:cs typeface="Arial"/>
              </a:rPr>
              <a:t> </a:t>
            </a:r>
            <a:r>
              <a:rPr lang="en-AU" sz="1800" dirty="0">
                <a:latin typeface="Arial"/>
                <a:cs typeface="Arial"/>
              </a:rPr>
              <a:t>of</a:t>
            </a:r>
            <a:r>
              <a:rPr lang="en-AU" sz="1800" spc="-35" dirty="0">
                <a:latin typeface="Arial"/>
                <a:cs typeface="Arial"/>
              </a:rPr>
              <a:t> </a:t>
            </a:r>
            <a:r>
              <a:rPr lang="en-AU" sz="1800" dirty="0">
                <a:latin typeface="Arial"/>
                <a:cs typeface="Arial"/>
              </a:rPr>
              <a:t>Sydney’s</a:t>
            </a:r>
            <a:r>
              <a:rPr lang="en-AU" sz="1800" spc="-30" dirty="0">
                <a:latin typeface="Arial"/>
                <a:cs typeface="Arial"/>
              </a:rPr>
              <a:t> </a:t>
            </a:r>
            <a:r>
              <a:rPr lang="en-AU" sz="1800" dirty="0">
                <a:latin typeface="Arial"/>
                <a:cs typeface="Arial"/>
              </a:rPr>
              <a:t>Camperdown</a:t>
            </a:r>
            <a:r>
              <a:rPr lang="en-AU" sz="1800" spc="-30" dirty="0">
                <a:latin typeface="Arial"/>
                <a:cs typeface="Arial"/>
              </a:rPr>
              <a:t> </a:t>
            </a:r>
            <a:r>
              <a:rPr lang="en-AU" sz="1800" dirty="0">
                <a:latin typeface="Arial"/>
                <a:cs typeface="Arial"/>
              </a:rPr>
              <a:t>Campus</a:t>
            </a:r>
            <a:r>
              <a:rPr lang="en-AU" sz="1800" spc="-35" dirty="0">
                <a:latin typeface="Arial"/>
                <a:cs typeface="Arial"/>
              </a:rPr>
              <a:t> </a:t>
            </a:r>
            <a:r>
              <a:rPr lang="en-AU" sz="1800" dirty="0">
                <a:latin typeface="Arial"/>
                <a:cs typeface="Arial"/>
              </a:rPr>
              <a:t>sits</a:t>
            </a:r>
            <a:r>
              <a:rPr lang="en-AU" sz="1800" spc="-30" dirty="0">
                <a:latin typeface="Arial"/>
                <a:cs typeface="Arial"/>
              </a:rPr>
              <a:t> </a:t>
            </a:r>
            <a:r>
              <a:rPr lang="en-AU" sz="1800" dirty="0">
                <a:latin typeface="Arial"/>
                <a:cs typeface="Arial"/>
              </a:rPr>
              <a:t>on</a:t>
            </a:r>
            <a:r>
              <a:rPr lang="en-AU" sz="1800" spc="-30" dirty="0">
                <a:latin typeface="Arial"/>
                <a:cs typeface="Arial"/>
              </a:rPr>
              <a:t> </a:t>
            </a:r>
            <a:r>
              <a:rPr lang="en-AU" sz="1800" dirty="0">
                <a:latin typeface="Arial"/>
                <a:cs typeface="Arial"/>
              </a:rPr>
              <a:t>the</a:t>
            </a:r>
            <a:r>
              <a:rPr lang="en-AU" sz="1800" spc="-35" dirty="0">
                <a:latin typeface="Arial"/>
                <a:cs typeface="Arial"/>
              </a:rPr>
              <a:t> </a:t>
            </a:r>
            <a:r>
              <a:rPr lang="en-AU" sz="1800" dirty="0">
                <a:latin typeface="Arial"/>
                <a:cs typeface="Arial"/>
              </a:rPr>
              <a:t>lands</a:t>
            </a:r>
            <a:r>
              <a:rPr lang="en-AU" sz="1800" spc="-30" dirty="0">
                <a:latin typeface="Arial"/>
                <a:cs typeface="Arial"/>
              </a:rPr>
              <a:t> </a:t>
            </a:r>
            <a:r>
              <a:rPr lang="en-AU" sz="1800" dirty="0">
                <a:latin typeface="Arial"/>
                <a:cs typeface="Arial"/>
              </a:rPr>
              <a:t>of</a:t>
            </a:r>
            <a:r>
              <a:rPr lang="en-AU" sz="1800" spc="-30" dirty="0">
                <a:latin typeface="Arial"/>
                <a:cs typeface="Arial"/>
              </a:rPr>
              <a:t> </a:t>
            </a:r>
            <a:r>
              <a:rPr lang="en-AU" sz="1800" spc="-25" dirty="0">
                <a:latin typeface="Arial"/>
                <a:cs typeface="Arial"/>
              </a:rPr>
              <a:t>the </a:t>
            </a:r>
            <a:r>
              <a:rPr lang="en-AU" sz="1800" dirty="0">
                <a:latin typeface="Arial"/>
                <a:cs typeface="Arial"/>
              </a:rPr>
              <a:t>Gadigal</a:t>
            </a:r>
            <a:r>
              <a:rPr lang="en-AU" sz="1800" spc="-10" dirty="0">
                <a:latin typeface="Arial"/>
                <a:cs typeface="Arial"/>
              </a:rPr>
              <a:t> </a:t>
            </a:r>
            <a:r>
              <a:rPr lang="en-AU" sz="1800" dirty="0">
                <a:latin typeface="Arial"/>
                <a:cs typeface="Arial"/>
              </a:rPr>
              <a:t>people</a:t>
            </a:r>
            <a:r>
              <a:rPr lang="en-AU" sz="1800" spc="-10" dirty="0">
                <a:latin typeface="Arial"/>
                <a:cs typeface="Arial"/>
              </a:rPr>
              <a:t> </a:t>
            </a:r>
            <a:r>
              <a:rPr lang="en-AU" sz="1800" dirty="0">
                <a:latin typeface="Arial"/>
                <a:cs typeface="Arial"/>
              </a:rPr>
              <a:t>with</a:t>
            </a:r>
            <a:r>
              <a:rPr lang="en-AU" sz="1800" spc="-10" dirty="0">
                <a:latin typeface="Arial"/>
                <a:cs typeface="Arial"/>
              </a:rPr>
              <a:t> </a:t>
            </a:r>
            <a:r>
              <a:rPr lang="en-AU" sz="1800" dirty="0">
                <a:latin typeface="Arial"/>
                <a:cs typeface="Arial"/>
              </a:rPr>
              <a:t>campuses,</a:t>
            </a:r>
            <a:r>
              <a:rPr lang="en-AU" sz="1800" spc="-5" dirty="0">
                <a:latin typeface="Arial"/>
                <a:cs typeface="Arial"/>
              </a:rPr>
              <a:t> </a:t>
            </a:r>
            <a:r>
              <a:rPr lang="en-AU" sz="1800" dirty="0">
                <a:latin typeface="Arial"/>
                <a:cs typeface="Arial"/>
              </a:rPr>
              <a:t>teaching</a:t>
            </a:r>
            <a:r>
              <a:rPr lang="en-AU" sz="1800" spc="-10" dirty="0">
                <a:latin typeface="Arial"/>
                <a:cs typeface="Arial"/>
              </a:rPr>
              <a:t> </a:t>
            </a:r>
            <a:r>
              <a:rPr lang="en-AU" sz="1800" dirty="0">
                <a:latin typeface="Arial"/>
                <a:cs typeface="Arial"/>
              </a:rPr>
              <a:t>and</a:t>
            </a:r>
            <a:r>
              <a:rPr lang="en-AU" sz="1800" spc="-10" dirty="0">
                <a:latin typeface="Arial"/>
                <a:cs typeface="Arial"/>
              </a:rPr>
              <a:t> </a:t>
            </a:r>
            <a:r>
              <a:rPr lang="en-AU" sz="1800" dirty="0">
                <a:latin typeface="Arial"/>
                <a:cs typeface="Arial"/>
              </a:rPr>
              <a:t>research</a:t>
            </a:r>
            <a:r>
              <a:rPr lang="en-AU" sz="1800" spc="-5" dirty="0">
                <a:latin typeface="Arial"/>
                <a:cs typeface="Arial"/>
              </a:rPr>
              <a:t> </a:t>
            </a:r>
            <a:r>
              <a:rPr lang="en-AU" sz="1800" dirty="0">
                <a:latin typeface="Arial"/>
                <a:cs typeface="Arial"/>
              </a:rPr>
              <a:t>facilities</a:t>
            </a:r>
            <a:r>
              <a:rPr lang="en-AU" sz="1800" spc="-5" dirty="0">
                <a:latin typeface="Arial"/>
                <a:cs typeface="Arial"/>
              </a:rPr>
              <a:t> </a:t>
            </a:r>
            <a:r>
              <a:rPr lang="en-AU" sz="1800" dirty="0">
                <a:latin typeface="Arial"/>
                <a:cs typeface="Arial"/>
              </a:rPr>
              <a:t>on</a:t>
            </a:r>
            <a:r>
              <a:rPr lang="en-AU" sz="1800" spc="-10" dirty="0">
                <a:latin typeface="Arial"/>
                <a:cs typeface="Arial"/>
              </a:rPr>
              <a:t> </a:t>
            </a:r>
            <a:r>
              <a:rPr lang="en-AU" sz="1800" spc="-25" dirty="0">
                <a:latin typeface="Arial"/>
                <a:cs typeface="Arial"/>
              </a:rPr>
              <a:t>the </a:t>
            </a:r>
            <a:r>
              <a:rPr lang="en-AU" sz="1800" dirty="0">
                <a:latin typeface="Arial"/>
                <a:cs typeface="Arial"/>
              </a:rPr>
              <a:t>lands</a:t>
            </a:r>
            <a:r>
              <a:rPr lang="en-AU" sz="1800" spc="-45" dirty="0">
                <a:latin typeface="Arial"/>
                <a:cs typeface="Arial"/>
              </a:rPr>
              <a:t> </a:t>
            </a:r>
            <a:r>
              <a:rPr lang="en-AU" sz="1800" dirty="0">
                <a:latin typeface="Arial"/>
                <a:cs typeface="Arial"/>
              </a:rPr>
              <a:t>of</a:t>
            </a:r>
            <a:r>
              <a:rPr lang="en-AU" sz="1800" spc="-35" dirty="0">
                <a:latin typeface="Arial"/>
                <a:cs typeface="Arial"/>
              </a:rPr>
              <a:t> </a:t>
            </a:r>
            <a:r>
              <a:rPr lang="en-AU" sz="1800" dirty="0">
                <a:latin typeface="Arial"/>
                <a:cs typeface="Arial"/>
              </a:rPr>
              <a:t>the</a:t>
            </a:r>
            <a:r>
              <a:rPr lang="en-AU" sz="1800" spc="-25" dirty="0">
                <a:latin typeface="Arial"/>
                <a:cs typeface="Arial"/>
              </a:rPr>
              <a:t> </a:t>
            </a:r>
            <a:r>
              <a:rPr lang="en-AU" sz="1800" dirty="0" err="1">
                <a:latin typeface="Arial"/>
                <a:cs typeface="Arial"/>
              </a:rPr>
              <a:t>Gamaraygal</a:t>
            </a:r>
            <a:r>
              <a:rPr lang="en-AU" sz="1800" dirty="0">
                <a:latin typeface="Arial"/>
                <a:cs typeface="Arial"/>
              </a:rPr>
              <a:t>,</a:t>
            </a:r>
            <a:r>
              <a:rPr lang="en-AU" sz="1800" spc="-30" dirty="0">
                <a:latin typeface="Arial"/>
                <a:cs typeface="Arial"/>
              </a:rPr>
              <a:t> </a:t>
            </a:r>
            <a:r>
              <a:rPr lang="en-AU" sz="1800" dirty="0" err="1">
                <a:latin typeface="Arial"/>
                <a:cs typeface="Arial"/>
              </a:rPr>
              <a:t>Dharug</a:t>
            </a:r>
            <a:r>
              <a:rPr lang="en-AU" sz="1800" dirty="0">
                <a:latin typeface="Arial"/>
                <a:cs typeface="Arial"/>
              </a:rPr>
              <a:t>,</a:t>
            </a:r>
            <a:r>
              <a:rPr lang="en-AU" sz="1800" spc="-30" dirty="0">
                <a:latin typeface="Arial"/>
                <a:cs typeface="Arial"/>
              </a:rPr>
              <a:t> </a:t>
            </a:r>
            <a:r>
              <a:rPr lang="en-AU" sz="1800" dirty="0" err="1">
                <a:latin typeface="Arial"/>
                <a:cs typeface="Arial"/>
              </a:rPr>
              <a:t>Wangal</a:t>
            </a:r>
            <a:r>
              <a:rPr lang="en-AU" sz="1800" dirty="0">
                <a:latin typeface="Arial"/>
                <a:cs typeface="Arial"/>
              </a:rPr>
              <a:t>,</a:t>
            </a:r>
            <a:r>
              <a:rPr lang="en-AU" sz="1800" spc="-35" dirty="0">
                <a:latin typeface="Arial"/>
                <a:cs typeface="Arial"/>
              </a:rPr>
              <a:t> </a:t>
            </a:r>
            <a:r>
              <a:rPr lang="en-AU" sz="1800" dirty="0" err="1">
                <a:latin typeface="Arial"/>
                <a:cs typeface="Arial"/>
              </a:rPr>
              <a:t>Darkinyung</a:t>
            </a:r>
            <a:r>
              <a:rPr lang="en-AU" sz="1800" dirty="0">
                <a:latin typeface="Arial"/>
                <a:cs typeface="Arial"/>
              </a:rPr>
              <a:t>,</a:t>
            </a:r>
            <a:r>
              <a:rPr lang="en-AU" sz="1800" spc="-30" dirty="0">
                <a:latin typeface="Arial"/>
                <a:cs typeface="Arial"/>
              </a:rPr>
              <a:t> </a:t>
            </a:r>
            <a:r>
              <a:rPr lang="en-AU" sz="1800" spc="-10" dirty="0" err="1">
                <a:latin typeface="Arial"/>
                <a:cs typeface="Arial"/>
              </a:rPr>
              <a:t>Burramadagal</a:t>
            </a:r>
            <a:r>
              <a:rPr lang="en-AU" sz="1800" spc="-10" dirty="0">
                <a:latin typeface="Arial"/>
                <a:cs typeface="Arial"/>
              </a:rPr>
              <a:t>, </a:t>
            </a:r>
            <a:r>
              <a:rPr lang="en-AU" sz="1800" dirty="0" err="1">
                <a:latin typeface="Arial"/>
                <a:cs typeface="Arial"/>
              </a:rPr>
              <a:t>Dharawal</a:t>
            </a:r>
            <a:r>
              <a:rPr lang="en-AU" sz="1800" dirty="0">
                <a:latin typeface="Arial"/>
                <a:cs typeface="Arial"/>
              </a:rPr>
              <a:t>,</a:t>
            </a:r>
            <a:r>
              <a:rPr lang="en-AU" sz="1800" spc="-30" dirty="0">
                <a:latin typeface="Arial"/>
                <a:cs typeface="Arial"/>
              </a:rPr>
              <a:t> </a:t>
            </a:r>
            <a:r>
              <a:rPr lang="en-AU" sz="1800" dirty="0" err="1">
                <a:latin typeface="Arial"/>
                <a:cs typeface="Arial"/>
              </a:rPr>
              <a:t>Gandangara</a:t>
            </a:r>
            <a:r>
              <a:rPr lang="en-AU" sz="1800" dirty="0">
                <a:latin typeface="Arial"/>
                <a:cs typeface="Arial"/>
              </a:rPr>
              <a:t>,</a:t>
            </a:r>
            <a:r>
              <a:rPr lang="en-AU" sz="1800" spc="-10" dirty="0">
                <a:latin typeface="Arial"/>
                <a:cs typeface="Arial"/>
              </a:rPr>
              <a:t> Gamilaraay,</a:t>
            </a:r>
            <a:r>
              <a:rPr lang="en-AU" sz="1800" spc="-15" dirty="0">
                <a:latin typeface="Arial"/>
                <a:cs typeface="Arial"/>
              </a:rPr>
              <a:t> </a:t>
            </a:r>
            <a:r>
              <a:rPr lang="en-AU" sz="1800" dirty="0" err="1">
                <a:latin typeface="Arial"/>
                <a:cs typeface="Arial"/>
              </a:rPr>
              <a:t>Barkindji</a:t>
            </a:r>
            <a:r>
              <a:rPr lang="en-AU" sz="1800" dirty="0">
                <a:latin typeface="Arial"/>
                <a:cs typeface="Arial"/>
              </a:rPr>
              <a:t>,</a:t>
            </a:r>
            <a:r>
              <a:rPr lang="en-AU" sz="1800" spc="-10" dirty="0">
                <a:latin typeface="Arial"/>
                <a:cs typeface="Arial"/>
              </a:rPr>
              <a:t> </a:t>
            </a:r>
            <a:r>
              <a:rPr lang="en-AU" sz="1800" dirty="0">
                <a:latin typeface="Arial"/>
                <a:cs typeface="Arial"/>
              </a:rPr>
              <a:t>Bundjalung,</a:t>
            </a:r>
            <a:r>
              <a:rPr lang="en-AU" sz="1800" spc="-10" dirty="0">
                <a:latin typeface="Arial"/>
                <a:cs typeface="Arial"/>
              </a:rPr>
              <a:t> Wiradjuri, </a:t>
            </a:r>
            <a:r>
              <a:rPr lang="en-AU" sz="1800" dirty="0" err="1">
                <a:latin typeface="Arial"/>
                <a:cs typeface="Arial"/>
              </a:rPr>
              <a:t>Ngunawal</a:t>
            </a:r>
            <a:r>
              <a:rPr lang="en-AU" sz="1800" dirty="0">
                <a:latin typeface="Arial"/>
                <a:cs typeface="Arial"/>
              </a:rPr>
              <a:t>,</a:t>
            </a:r>
            <a:r>
              <a:rPr lang="en-AU" sz="1800" spc="-15" dirty="0">
                <a:latin typeface="Arial"/>
                <a:cs typeface="Arial"/>
              </a:rPr>
              <a:t> </a:t>
            </a:r>
            <a:r>
              <a:rPr lang="en-AU" sz="1800" dirty="0" err="1">
                <a:latin typeface="Arial"/>
                <a:cs typeface="Arial"/>
              </a:rPr>
              <a:t>Gureng</a:t>
            </a:r>
            <a:r>
              <a:rPr lang="en-AU" sz="1800" spc="-10" dirty="0">
                <a:latin typeface="Arial"/>
                <a:cs typeface="Arial"/>
              </a:rPr>
              <a:t> </a:t>
            </a:r>
            <a:r>
              <a:rPr lang="en-AU" sz="1800" dirty="0" err="1">
                <a:latin typeface="Arial"/>
                <a:cs typeface="Arial"/>
              </a:rPr>
              <a:t>Gureng</a:t>
            </a:r>
            <a:r>
              <a:rPr lang="en-AU" sz="1800" dirty="0">
                <a:latin typeface="Arial"/>
                <a:cs typeface="Arial"/>
              </a:rPr>
              <a:t>,</a:t>
            </a:r>
            <a:r>
              <a:rPr lang="en-AU" sz="1800" spc="-10" dirty="0">
                <a:latin typeface="Arial"/>
                <a:cs typeface="Arial"/>
              </a:rPr>
              <a:t> </a:t>
            </a:r>
            <a:r>
              <a:rPr lang="en-AU" sz="1800" dirty="0">
                <a:latin typeface="Arial"/>
                <a:cs typeface="Arial"/>
              </a:rPr>
              <a:t>and</a:t>
            </a:r>
            <a:r>
              <a:rPr lang="en-AU" sz="1800" spc="-15" dirty="0">
                <a:latin typeface="Arial"/>
                <a:cs typeface="Arial"/>
              </a:rPr>
              <a:t> </a:t>
            </a:r>
            <a:r>
              <a:rPr lang="en-AU" sz="1800" dirty="0" err="1">
                <a:latin typeface="Arial"/>
                <a:cs typeface="Arial"/>
              </a:rPr>
              <a:t>Gagadju</a:t>
            </a:r>
            <a:r>
              <a:rPr lang="en-AU" sz="1800" spc="-10" dirty="0">
                <a:latin typeface="Arial"/>
                <a:cs typeface="Arial"/>
              </a:rPr>
              <a:t> peoples.</a:t>
            </a:r>
            <a:endParaRPr lang="en-AU" sz="1800" dirty="0">
              <a:latin typeface="Arial"/>
              <a:cs typeface="Arial"/>
            </a:endParaRPr>
          </a:p>
        </p:txBody>
      </p:sp>
    </p:spTree>
    <p:extLst>
      <p:ext uri="{BB962C8B-B14F-4D97-AF65-F5344CB8AC3E}">
        <p14:creationId xmlns:p14="http://schemas.microsoft.com/office/powerpoint/2010/main" val="71224280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cknowledgement of Country 3">
    <p:bg>
      <p:bgPr>
        <a:solidFill>
          <a:schemeClr val="accent1"/>
        </a:solidFill>
        <a:effectLst/>
      </p:bgPr>
    </p:bg>
    <p:spTree>
      <p:nvGrpSpPr>
        <p:cNvPr id="1" name=""/>
        <p:cNvGrpSpPr/>
        <p:nvPr/>
      </p:nvGrpSpPr>
      <p:grpSpPr>
        <a:xfrm>
          <a:off x="0" y="0"/>
          <a:ext cx="0" cy="0"/>
          <a:chOff x="0" y="0"/>
          <a:chExt cx="0" cy="0"/>
        </a:xfrm>
      </p:grpSpPr>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583941" y="3611228"/>
            <a:ext cx="1558620" cy="548204"/>
          </a:xfrm>
          <a:prstGeom prst="rect">
            <a:avLst/>
          </a:prstGeom>
        </p:spPr>
      </p:pic>
      <p:sp>
        <p:nvSpPr>
          <p:cNvPr id="2" name="Title 1">
            <a:extLst>
              <a:ext uri="{FF2B5EF4-FFF2-40B4-BE49-F238E27FC236}">
                <a16:creationId xmlns:a16="http://schemas.microsoft.com/office/drawing/2014/main" id="{C5D2DBAA-0372-EA1B-CAD1-7C9766B4464D}"/>
              </a:ext>
            </a:extLst>
          </p:cNvPr>
          <p:cNvSpPr>
            <a:spLocks noGrp="1"/>
          </p:cNvSpPr>
          <p:nvPr>
            <p:ph type="body" sz="quarter" idx="11" hasCustomPrompt="1"/>
          </p:nvPr>
        </p:nvSpPr>
        <p:spPr>
          <a:xfrm>
            <a:off x="584200" y="984068"/>
            <a:ext cx="5511800" cy="1511482"/>
          </a:xfrm>
          <a:prstGeom prst="rect">
            <a:avLst/>
          </a:prstGeom>
        </p:spPr>
        <p:txBody>
          <a:bodyPr lIns="0" tIns="0" rIns="0" bIns="0"/>
          <a:lstStyle>
            <a:lvl1pPr marL="0" indent="0" algn="l">
              <a:buNone/>
              <a:defRPr>
                <a:solidFill>
                  <a:schemeClr val="tx1"/>
                </a:solidFill>
              </a:defRPr>
            </a:lvl1pPr>
          </a:lstStyle>
          <a:p>
            <a:pPr marL="12700" marR="5080">
              <a:lnSpc>
                <a:spcPct val="100000"/>
              </a:lnSpc>
              <a:spcBef>
                <a:spcPts val="100"/>
              </a:spcBef>
            </a:pPr>
            <a:r>
              <a:rPr lang="en-AU" sz="1800" i="0" dirty="0">
                <a:latin typeface="Arial"/>
                <a:cs typeface="Arial"/>
              </a:rPr>
              <a:t>Add in own text for Acknowledgement of Country 18pt</a:t>
            </a:r>
            <a:endParaRPr lang="en-AU" sz="1800" i="0" spc="-20" dirty="0">
              <a:latin typeface="Arial"/>
              <a:cs typeface="Arial"/>
            </a:endParaRPr>
          </a:p>
        </p:txBody>
      </p:sp>
    </p:spTree>
    <p:extLst>
      <p:ext uri="{BB962C8B-B14F-4D97-AF65-F5344CB8AC3E}">
        <p14:creationId xmlns:p14="http://schemas.microsoft.com/office/powerpoint/2010/main" val="381797491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break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0A2F580-458B-6978-E5C4-D439F8A8EF5E}"/>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chemeClr val="tx1"/>
                </a:solidFill>
                <a:latin typeface="Times" pitchFamily="2" charset="0"/>
              </a:defRPr>
            </a:lvl1pPr>
          </a:lstStyle>
          <a:p>
            <a:pPr marL="12700">
              <a:spcBef>
                <a:spcPts val="100"/>
              </a:spcBef>
            </a:pPr>
            <a:r>
              <a:rPr lang="en-AU" sz="2800" dirty="0">
                <a:solidFill>
                  <a:srgbClr val="000000"/>
                </a:solidFill>
                <a:latin typeface="Arial"/>
                <a:cs typeface="Arial"/>
              </a:rPr>
              <a:t>Chapter break headline 28pt</a:t>
            </a:r>
            <a:endParaRPr lang="en-AU" b="0" i="1" dirty="0">
              <a:latin typeface="Times" pitchFamily="2" charset="0"/>
            </a:endParaRPr>
          </a:p>
        </p:txBody>
      </p:sp>
      <p:sp>
        <p:nvSpPr>
          <p:cNvPr id="9" name="Text Placeholder 2">
            <a:extLst>
              <a:ext uri="{FF2B5EF4-FFF2-40B4-BE49-F238E27FC236}">
                <a16:creationId xmlns:a16="http://schemas.microsoft.com/office/drawing/2014/main" id="{A3DE63B7-3D2D-E116-E58F-2358C702605C}"/>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chemeClr val="tx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6" name="Text Placeholder 3">
            <a:extLst>
              <a:ext uri="{FF2B5EF4-FFF2-40B4-BE49-F238E27FC236}">
                <a16:creationId xmlns:a16="http://schemas.microsoft.com/office/drawing/2014/main" id="{F7931C68-5A57-D921-2A9C-73B3990F8363}"/>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tx1"/>
                </a:solidFill>
              </a:defRPr>
            </a:lvl1pPr>
          </a:lstStyle>
          <a:p>
            <a:r>
              <a:rPr lang="en-GB" dirty="0"/>
              <a:t>Presented by 14pt</a:t>
            </a:r>
            <a:endParaRPr lang="en-US" dirty="0"/>
          </a:p>
        </p:txBody>
      </p:sp>
    </p:spTree>
    <p:extLst>
      <p:ext uri="{BB962C8B-B14F-4D97-AF65-F5344CB8AC3E}">
        <p14:creationId xmlns:p14="http://schemas.microsoft.com/office/powerpoint/2010/main" val="253020942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break 2">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F367AE0-0B1A-C793-8FD0-6C83B3BAF9A6}"/>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chemeClr val="bg1"/>
                </a:solidFill>
                <a:latin typeface="+mn-lt"/>
              </a:defRPr>
            </a:lvl1pPr>
          </a:lstStyle>
          <a:p>
            <a:pPr marL="12700">
              <a:spcBef>
                <a:spcPts val="100"/>
              </a:spcBef>
            </a:pPr>
            <a:r>
              <a:rPr lang="en-AU" sz="2800" dirty="0">
                <a:solidFill>
                  <a:srgbClr val="000000"/>
                </a:solidFill>
                <a:latin typeface="Arial"/>
                <a:cs typeface="Arial"/>
              </a:rPr>
              <a:t>Chapter break headline 28pt</a:t>
            </a:r>
            <a:endParaRPr lang="en-AU" b="0" i="1" dirty="0">
              <a:latin typeface="Times" pitchFamily="2" charset="0"/>
            </a:endParaRPr>
          </a:p>
        </p:txBody>
      </p:sp>
      <p:sp>
        <p:nvSpPr>
          <p:cNvPr id="2" name="Title 2">
            <a:extLst>
              <a:ext uri="{FF2B5EF4-FFF2-40B4-BE49-F238E27FC236}">
                <a16:creationId xmlns:a16="http://schemas.microsoft.com/office/drawing/2014/main" id="{21066835-3577-7EA9-7C60-12C9BC765B41}"/>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chemeClr val="bg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3" name="Text Placeholder 3">
            <a:extLst>
              <a:ext uri="{FF2B5EF4-FFF2-40B4-BE49-F238E27FC236}">
                <a16:creationId xmlns:a16="http://schemas.microsoft.com/office/drawing/2014/main" id="{25AAED2F-1B70-12A0-8666-145503BFBB25}"/>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bg1"/>
                </a:solidFill>
              </a:defRPr>
            </a:lvl1pPr>
          </a:lstStyle>
          <a:p>
            <a:r>
              <a:rPr lang="en-GB" dirty="0"/>
              <a:t>Presented by 14pt</a:t>
            </a:r>
            <a:endParaRPr lang="en-US" dirty="0"/>
          </a:p>
        </p:txBody>
      </p:sp>
    </p:spTree>
    <p:extLst>
      <p:ext uri="{BB962C8B-B14F-4D97-AF65-F5344CB8AC3E}">
        <p14:creationId xmlns:p14="http://schemas.microsoft.com/office/powerpoint/2010/main" val="301943938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break 3">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D0B820-7965-14E8-72F1-2EE5EF1CB3A9}"/>
              </a:ext>
            </a:extLst>
          </p:cNvPr>
          <p:cNvSpPr>
            <a:spLocks noGrp="1"/>
          </p:cNvSpPr>
          <p:nvPr>
            <p:ph type="body" sz="quarter" idx="17" hasCustomPrompt="1"/>
          </p:nvPr>
        </p:nvSpPr>
        <p:spPr>
          <a:xfrm>
            <a:off x="554966" y="574675"/>
            <a:ext cx="8032750" cy="623058"/>
          </a:xfrm>
          <a:prstGeom prst="rect">
            <a:avLst/>
          </a:prstGeom>
        </p:spPr>
        <p:txBody>
          <a:bodyPr lIns="0" rIns="90000"/>
          <a:lstStyle>
            <a:lvl1pPr marL="0" indent="0">
              <a:buNone/>
              <a:defRPr sz="2800" b="0" i="0">
                <a:solidFill>
                  <a:schemeClr val="bg1"/>
                </a:solidFill>
                <a:latin typeface="+mn-lt"/>
              </a:defRPr>
            </a:lvl1pPr>
          </a:lstStyle>
          <a:p>
            <a:pPr marL="12700">
              <a:spcBef>
                <a:spcPts val="100"/>
              </a:spcBef>
            </a:pPr>
            <a:r>
              <a:rPr lang="en-AU" sz="2800" dirty="0">
                <a:solidFill>
                  <a:srgbClr val="000000"/>
                </a:solidFill>
                <a:latin typeface="Arial"/>
                <a:cs typeface="Arial"/>
              </a:rPr>
              <a:t>Chapter break headline 28pt</a:t>
            </a:r>
            <a:endParaRPr lang="en-AU" b="0" i="1" dirty="0">
              <a:latin typeface="Times" pitchFamily="2" charset="0"/>
            </a:endParaRPr>
          </a:p>
        </p:txBody>
      </p:sp>
      <p:sp>
        <p:nvSpPr>
          <p:cNvPr id="2" name="Text Placeholder 2">
            <a:extLst>
              <a:ext uri="{FF2B5EF4-FFF2-40B4-BE49-F238E27FC236}">
                <a16:creationId xmlns:a16="http://schemas.microsoft.com/office/drawing/2014/main" id="{6FC22782-CE95-2810-1D92-2B7EA357B871}"/>
              </a:ext>
            </a:extLst>
          </p:cNvPr>
          <p:cNvSpPr>
            <a:spLocks noGrp="1"/>
          </p:cNvSpPr>
          <p:nvPr>
            <p:ph type="body" sz="quarter" idx="12" hasCustomPrompt="1"/>
          </p:nvPr>
        </p:nvSpPr>
        <p:spPr>
          <a:xfrm>
            <a:off x="554966" y="1047750"/>
            <a:ext cx="8032750" cy="623058"/>
          </a:xfrm>
          <a:prstGeom prst="rect">
            <a:avLst/>
          </a:prstGeom>
        </p:spPr>
        <p:txBody>
          <a:bodyPr lIns="0" rIns="90000"/>
          <a:lstStyle>
            <a:lvl1pPr marL="0" indent="0">
              <a:buNone/>
              <a:defRPr sz="2800" b="0" i="1">
                <a:solidFill>
                  <a:schemeClr val="bg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3" name="Text Placeholder 3">
            <a:extLst>
              <a:ext uri="{FF2B5EF4-FFF2-40B4-BE49-F238E27FC236}">
                <a16:creationId xmlns:a16="http://schemas.microsoft.com/office/drawing/2014/main" id="{6F8263D2-F9BE-3D44-C629-FD1F86B3E17F}"/>
              </a:ext>
            </a:extLst>
          </p:cNvPr>
          <p:cNvSpPr>
            <a:spLocks noGrp="1"/>
          </p:cNvSpPr>
          <p:nvPr>
            <p:ph type="body" sz="quarter" idx="16" hasCustomPrompt="1"/>
          </p:nvPr>
        </p:nvSpPr>
        <p:spPr>
          <a:xfrm>
            <a:off x="562033" y="3028950"/>
            <a:ext cx="5533967" cy="1901478"/>
          </a:xfrm>
          <a:prstGeom prst="rect">
            <a:avLst/>
          </a:prstGeom>
        </p:spPr>
        <p:txBody>
          <a:bodyPr lIns="0" tIns="0" rIns="0" bIns="0"/>
          <a:lstStyle>
            <a:lvl1pPr marL="0" indent="0">
              <a:buFontTx/>
              <a:buNone/>
              <a:defRPr sz="1400">
                <a:solidFill>
                  <a:schemeClr val="bg1"/>
                </a:solidFill>
              </a:defRPr>
            </a:lvl1pPr>
          </a:lstStyle>
          <a:p>
            <a:r>
              <a:rPr lang="en-GB" dirty="0"/>
              <a:t>Presented by 14pt</a:t>
            </a:r>
            <a:endParaRPr lang="en-US" dirty="0"/>
          </a:p>
        </p:txBody>
      </p:sp>
    </p:spTree>
    <p:extLst>
      <p:ext uri="{BB962C8B-B14F-4D97-AF65-F5344CB8AC3E}">
        <p14:creationId xmlns:p14="http://schemas.microsoft.com/office/powerpoint/2010/main" val="312355317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ogo centre black">
    <p:bg>
      <p:bgRef idx="1001">
        <a:schemeClr val="bg1"/>
      </p:bgRef>
    </p:bg>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50296C6E-3B64-67D7-F619-28187B1295EE}"/>
              </a:ext>
              <a:ext uri="{C183D7F6-B498-43B3-948B-1728B52AA6E4}">
                <adec:decorative xmlns:adec="http://schemas.microsoft.com/office/drawing/2017/decorative" val="1"/>
              </a:ext>
            </a:extLst>
          </p:cNvPr>
          <p:cNvSpPr/>
          <p:nvPr userDrawn="1"/>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chemeClr val="tx1"/>
          </a:solidFill>
        </p:spPr>
        <p:txBody>
          <a:bodyPr wrap="square" lIns="0" tIns="0" rIns="0" bIns="0" rtlCol="0"/>
          <a:lstStyle/>
          <a:p>
            <a:endParaRPr/>
          </a:p>
        </p:txBody>
      </p:sp>
      <p:pic>
        <p:nvPicPr>
          <p:cNvPr id="10" name="Picture 9">
            <a:extLst>
              <a:ext uri="{FF2B5EF4-FFF2-40B4-BE49-F238E27FC236}">
                <a16:creationId xmlns:a16="http://schemas.microsoft.com/office/drawing/2014/main" id="{90B06A1B-395E-4CB0-3B0C-D14FDE9BA0E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57339" y="2261198"/>
            <a:ext cx="1829323" cy="633227"/>
          </a:xfrm>
          <a:prstGeom prst="rect">
            <a:avLst/>
          </a:prstGeom>
        </p:spPr>
      </p:pic>
    </p:spTree>
    <p:extLst>
      <p:ext uri="{BB962C8B-B14F-4D97-AF65-F5344CB8AC3E}">
        <p14:creationId xmlns:p14="http://schemas.microsoft.com/office/powerpoint/2010/main" val="192503745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ogo centre ochr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3E466C-1ADC-0DA2-E815-89094AED2510}"/>
              </a:ext>
            </a:extLst>
          </p:cNvPr>
          <p:cNvPicPr>
            <a:picLocks noChangeAspect="1"/>
          </p:cNvPicPr>
          <p:nvPr userDrawn="1"/>
        </p:nvPicPr>
        <p:blipFill>
          <a:blip r:embed="rId2"/>
          <a:stretch>
            <a:fillRect/>
          </a:stretch>
        </p:blipFill>
        <p:spPr>
          <a:xfrm>
            <a:off x="3657338" y="2261197"/>
            <a:ext cx="1829323" cy="643417"/>
          </a:xfrm>
          <a:prstGeom prst="rect">
            <a:avLst/>
          </a:prstGeom>
        </p:spPr>
      </p:pic>
    </p:spTree>
    <p:extLst>
      <p:ext uri="{BB962C8B-B14F-4D97-AF65-F5344CB8AC3E}">
        <p14:creationId xmlns:p14="http://schemas.microsoft.com/office/powerpoint/2010/main" val="407109766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1">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8375F2-9EFB-E2E0-D249-EBD6EB927363}"/>
              </a:ext>
            </a:extLst>
          </p:cNvPr>
          <p:cNvSpPr txBox="1">
            <a:spLocks noGrp="1"/>
          </p:cNvSpPr>
          <p:nvPr>
            <p:ph type="title" hasCustomPrompt="1"/>
          </p:nvPr>
        </p:nvSpPr>
        <p:spPr>
          <a:xfrm>
            <a:off x="838200" y="819150"/>
            <a:ext cx="7391400" cy="3505200"/>
          </a:xfrm>
          <a:prstGeom prst="rect">
            <a:avLst/>
          </a:prstGeom>
        </p:spPr>
        <p:txBody>
          <a:bodyPr vert="horz" wrap="square" lIns="0" tIns="12700" rIns="0" bIns="0" rtlCol="0" anchor="ctr" anchorCtr="0">
            <a:noAutofit/>
          </a:bodyPr>
          <a:lstStyle>
            <a:lvl1pPr algn="ctr">
              <a:defRPr sz="3800" b="0" i="0">
                <a:solidFill>
                  <a:schemeClr val="tx1"/>
                </a:solidFill>
                <a:latin typeface="Times" pitchFamily="2" charset="0"/>
              </a:defRPr>
            </a:lvl1pPr>
          </a:lstStyle>
          <a:p>
            <a:pPr marL="12700" marR="0" lvl="0" indent="0" algn="ctr" defTabSz="914400" eaLnBrk="1" fontAlgn="auto" latinLnBrk="0" hangingPunct="1">
              <a:lnSpc>
                <a:spcPct val="100000"/>
              </a:lnSpc>
              <a:spcBef>
                <a:spcPts val="100"/>
              </a:spcBef>
              <a:spcAft>
                <a:spcPts val="0"/>
              </a:spcAft>
              <a:buClrTx/>
              <a:buSzTx/>
              <a:buFontTx/>
              <a:buNone/>
              <a:tabLst/>
              <a:defRPr/>
            </a:pPr>
            <a:r>
              <a:rPr sz="3800" dirty="0">
                <a:solidFill>
                  <a:srgbClr val="000000"/>
                </a:solidFill>
              </a:rPr>
              <a:t>“Insert quote </a:t>
            </a:r>
            <a:r>
              <a:rPr sz="3800" spc="-10" dirty="0">
                <a:solidFill>
                  <a:srgbClr val="000000"/>
                </a:solidFill>
              </a:rPr>
              <a:t>here</a:t>
            </a:r>
            <a:r>
              <a:rPr lang="en-AU" sz="3800" spc="-10" dirty="0">
                <a:solidFill>
                  <a:srgbClr val="000000"/>
                </a:solidFill>
              </a:rPr>
              <a:t>. </a:t>
            </a:r>
            <a:br>
              <a:rPr lang="en-AU" sz="3800" spc="-10" dirty="0">
                <a:solidFill>
                  <a:srgbClr val="000000"/>
                </a:solidFill>
              </a:rPr>
            </a:br>
            <a:r>
              <a:rPr lang="en-AU" sz="3800" spc="-10" dirty="0" err="1">
                <a:solidFill>
                  <a:srgbClr val="000000"/>
                </a:solidFill>
              </a:rPr>
              <a:t>Unti</a:t>
            </a:r>
            <a:r>
              <a:rPr lang="en-AU" sz="3800" spc="-10" dirty="0">
                <a:solidFill>
                  <a:srgbClr val="000000"/>
                </a:solidFill>
              </a:rPr>
              <a:t> </a:t>
            </a:r>
            <a:r>
              <a:rPr lang="en-AU" sz="3800" spc="-10" dirty="0" err="1">
                <a:solidFill>
                  <a:srgbClr val="000000"/>
                </a:solidFill>
              </a:rPr>
              <a:t>cuptasitae</a:t>
            </a:r>
            <a:r>
              <a:rPr lang="en-AU" sz="3800" spc="-10" dirty="0">
                <a:solidFill>
                  <a:srgbClr val="000000"/>
                </a:solidFill>
              </a:rPr>
              <a:t> </a:t>
            </a:r>
            <a:r>
              <a:rPr lang="en-AU" sz="3800" spc="-10" dirty="0" err="1">
                <a:solidFill>
                  <a:srgbClr val="000000"/>
                </a:solidFill>
              </a:rPr>
              <a:t>velluptatur</a:t>
            </a:r>
            <a:r>
              <a:rPr lang="en-AU" sz="3800" spc="-10" dirty="0">
                <a:solidFill>
                  <a:srgbClr val="000000"/>
                </a:solidFill>
              </a:rPr>
              <a:t> </a:t>
            </a:r>
            <a:r>
              <a:rPr lang="en-AU" sz="3800" spc="-10" dirty="0" err="1">
                <a:solidFill>
                  <a:srgbClr val="000000"/>
                </a:solidFill>
              </a:rPr>
              <a:t>suntem</a:t>
            </a:r>
            <a:r>
              <a:rPr lang="en-AU" sz="3800" spc="-10" dirty="0">
                <a:solidFill>
                  <a:srgbClr val="000000"/>
                </a:solidFill>
              </a:rPr>
              <a:t> as </a:t>
            </a:r>
            <a:r>
              <a:rPr lang="en-AU" sz="3800" spc="-10" dirty="0" err="1">
                <a:solidFill>
                  <a:srgbClr val="000000"/>
                </a:solidFill>
              </a:rPr>
              <a:t>derempo</a:t>
            </a:r>
            <a:r>
              <a:rPr lang="en-AU" sz="3800" spc="-10" dirty="0">
                <a:solidFill>
                  <a:srgbClr val="000000"/>
                </a:solidFill>
              </a:rPr>
              <a:t> </a:t>
            </a:r>
            <a:r>
              <a:rPr lang="en-AU" sz="3800" spc="-10" dirty="0" err="1">
                <a:solidFill>
                  <a:srgbClr val="000000"/>
                </a:solidFill>
              </a:rPr>
              <a:t>rposten</a:t>
            </a:r>
            <a:r>
              <a:rPr lang="en-AU" sz="3800" spc="-10" dirty="0">
                <a:solidFill>
                  <a:srgbClr val="000000"/>
                </a:solidFill>
              </a:rPr>
              <a:t> </a:t>
            </a:r>
            <a:r>
              <a:rPr lang="en-AU" sz="3800" spc="-10" dirty="0" err="1">
                <a:solidFill>
                  <a:srgbClr val="000000"/>
                </a:solidFill>
              </a:rPr>
              <a:t>dignisqui</a:t>
            </a:r>
            <a:r>
              <a:rPr lang="en-AU" sz="3800" spc="-10" dirty="0">
                <a:solidFill>
                  <a:srgbClr val="000000"/>
                </a:solidFill>
              </a:rPr>
              <a:t> </a:t>
            </a:r>
            <a:r>
              <a:rPr lang="en-AU" sz="3800" spc="-10" dirty="0" err="1">
                <a:solidFill>
                  <a:srgbClr val="000000"/>
                </a:solidFill>
              </a:rPr>
              <a:t>omnissum</a:t>
            </a:r>
            <a:r>
              <a:rPr lang="en-AU" sz="3800" spc="-10" dirty="0">
                <a:solidFill>
                  <a:srgbClr val="000000"/>
                </a:solidFill>
              </a:rPr>
              <a:t> </a:t>
            </a:r>
            <a:r>
              <a:rPr lang="en-AU" sz="3800" spc="-10" dirty="0" err="1">
                <a:solidFill>
                  <a:srgbClr val="000000"/>
                </a:solidFill>
              </a:rPr>
              <a:t>eiur</a:t>
            </a:r>
            <a:r>
              <a:rPr lang="en-AU" sz="3800" spc="-10" dirty="0">
                <a:solidFill>
                  <a:srgbClr val="000000"/>
                </a:solidFill>
              </a:rPr>
              <a:t>, </a:t>
            </a:r>
            <a:r>
              <a:rPr lang="en-AU" sz="3800" spc="-10" dirty="0" err="1">
                <a:solidFill>
                  <a:srgbClr val="000000"/>
                </a:solidFill>
              </a:rPr>
              <a:t>earchit</a:t>
            </a:r>
            <a:r>
              <a:rPr lang="en-AU" sz="3800" spc="-10" dirty="0">
                <a:solidFill>
                  <a:srgbClr val="000000"/>
                </a:solidFill>
              </a:rPr>
              <a:t> ab </a:t>
            </a:r>
            <a:r>
              <a:rPr lang="en-AU" sz="3800" spc="-10" dirty="0" err="1">
                <a:solidFill>
                  <a:srgbClr val="000000"/>
                </a:solidFill>
              </a:rPr>
              <a:t>ipidici</a:t>
            </a:r>
            <a:r>
              <a:rPr lang="en-AU" sz="3800" spc="-10" dirty="0">
                <a:solidFill>
                  <a:srgbClr val="000000"/>
                </a:solidFill>
              </a:rPr>
              <a:t> </a:t>
            </a:r>
            <a:r>
              <a:rPr lang="en-AU" sz="3800" spc="-10" dirty="0" err="1">
                <a:solidFill>
                  <a:srgbClr val="000000"/>
                </a:solidFill>
              </a:rPr>
              <a:t>llorum</a:t>
            </a:r>
            <a:r>
              <a:rPr lang="en-AU" sz="3800" spc="-10" dirty="0">
                <a:solidFill>
                  <a:srgbClr val="000000"/>
                </a:solidFill>
              </a:rPr>
              <a:t>, </a:t>
            </a:r>
            <a:r>
              <a:rPr lang="en-AU" sz="3800" spc="-10" dirty="0" err="1">
                <a:solidFill>
                  <a:srgbClr val="000000"/>
                </a:solidFill>
              </a:rPr>
              <a:t>coreriae</a:t>
            </a:r>
            <a:r>
              <a:rPr lang="en-AU" sz="3800" spc="-10" dirty="0">
                <a:solidFill>
                  <a:srgbClr val="000000"/>
                </a:solidFill>
              </a:rPr>
              <a:t> </a:t>
            </a:r>
            <a:r>
              <a:rPr lang="en-AU" sz="3800" spc="-10" dirty="0" err="1">
                <a:solidFill>
                  <a:srgbClr val="000000"/>
                </a:solidFill>
              </a:rPr>
              <a:t>quia</a:t>
            </a:r>
            <a:r>
              <a:rPr lang="en-AU" sz="3800" spc="-10" dirty="0">
                <a:solidFill>
                  <a:srgbClr val="000000"/>
                </a:solidFill>
              </a:rPr>
              <a:t>.”</a:t>
            </a:r>
            <a:endParaRPr sz="3800" dirty="0"/>
          </a:p>
        </p:txBody>
      </p:sp>
    </p:spTree>
    <p:extLst>
      <p:ext uri="{BB962C8B-B14F-4D97-AF65-F5344CB8AC3E}">
        <p14:creationId xmlns:p14="http://schemas.microsoft.com/office/powerpoint/2010/main" val="1356158079"/>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Quote 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A097E-185C-39F4-467B-3196A19AD666}"/>
              </a:ext>
            </a:extLst>
          </p:cNvPr>
          <p:cNvSpPr txBox="1">
            <a:spLocks noGrp="1"/>
          </p:cNvSpPr>
          <p:nvPr>
            <p:ph type="title" hasCustomPrompt="1"/>
          </p:nvPr>
        </p:nvSpPr>
        <p:spPr>
          <a:xfrm>
            <a:off x="838200" y="819150"/>
            <a:ext cx="7391400" cy="3505200"/>
          </a:xfrm>
          <a:prstGeom prst="rect">
            <a:avLst/>
          </a:prstGeom>
        </p:spPr>
        <p:txBody>
          <a:bodyPr vert="horz" wrap="square" lIns="0" tIns="12700" rIns="0" bIns="0" rtlCol="0" anchor="ctr" anchorCtr="0">
            <a:noAutofit/>
          </a:bodyPr>
          <a:lstStyle>
            <a:lvl1pPr algn="ctr">
              <a:defRPr sz="3800" b="0" i="0">
                <a:solidFill>
                  <a:schemeClr val="accent1"/>
                </a:solidFill>
                <a:latin typeface="Times" pitchFamily="2" charset="0"/>
              </a:defRPr>
            </a:lvl1pPr>
          </a:lstStyle>
          <a:p>
            <a:pPr marL="12700" marR="0" lvl="0" indent="0" algn="ctr" defTabSz="914400" eaLnBrk="1" fontAlgn="auto" latinLnBrk="0" hangingPunct="1">
              <a:lnSpc>
                <a:spcPct val="100000"/>
              </a:lnSpc>
              <a:spcBef>
                <a:spcPts val="100"/>
              </a:spcBef>
              <a:spcAft>
                <a:spcPts val="0"/>
              </a:spcAft>
              <a:buClrTx/>
              <a:buSzTx/>
              <a:buFontTx/>
              <a:buNone/>
              <a:tabLst/>
              <a:defRPr/>
            </a:pPr>
            <a:r>
              <a:rPr sz="3800" dirty="0">
                <a:solidFill>
                  <a:srgbClr val="000000"/>
                </a:solidFill>
              </a:rPr>
              <a:t>“Insert quote </a:t>
            </a:r>
            <a:r>
              <a:rPr sz="3800" spc="-10" dirty="0">
                <a:solidFill>
                  <a:srgbClr val="000000"/>
                </a:solidFill>
              </a:rPr>
              <a:t>here</a:t>
            </a:r>
            <a:r>
              <a:rPr lang="en-AU" sz="3800" spc="-10" dirty="0">
                <a:solidFill>
                  <a:srgbClr val="000000"/>
                </a:solidFill>
              </a:rPr>
              <a:t>. </a:t>
            </a:r>
            <a:br>
              <a:rPr lang="en-AU" sz="3800" spc="-10" dirty="0">
                <a:solidFill>
                  <a:srgbClr val="000000"/>
                </a:solidFill>
              </a:rPr>
            </a:br>
            <a:r>
              <a:rPr lang="en-AU" sz="3800" spc="-10" dirty="0" err="1">
                <a:solidFill>
                  <a:srgbClr val="000000"/>
                </a:solidFill>
              </a:rPr>
              <a:t>Unti</a:t>
            </a:r>
            <a:r>
              <a:rPr lang="en-AU" sz="3800" spc="-10" dirty="0">
                <a:solidFill>
                  <a:srgbClr val="000000"/>
                </a:solidFill>
              </a:rPr>
              <a:t> </a:t>
            </a:r>
            <a:r>
              <a:rPr lang="en-AU" sz="3800" spc="-10" dirty="0" err="1">
                <a:solidFill>
                  <a:srgbClr val="000000"/>
                </a:solidFill>
              </a:rPr>
              <a:t>cuptasitae</a:t>
            </a:r>
            <a:r>
              <a:rPr lang="en-AU" sz="3800" spc="-10" dirty="0">
                <a:solidFill>
                  <a:srgbClr val="000000"/>
                </a:solidFill>
              </a:rPr>
              <a:t> </a:t>
            </a:r>
            <a:r>
              <a:rPr lang="en-AU" sz="3800" spc="-10" dirty="0" err="1">
                <a:solidFill>
                  <a:srgbClr val="000000"/>
                </a:solidFill>
              </a:rPr>
              <a:t>velluptatur</a:t>
            </a:r>
            <a:r>
              <a:rPr lang="en-AU" sz="3800" spc="-10" dirty="0">
                <a:solidFill>
                  <a:srgbClr val="000000"/>
                </a:solidFill>
              </a:rPr>
              <a:t> </a:t>
            </a:r>
            <a:r>
              <a:rPr lang="en-AU" sz="3800" spc="-10" dirty="0" err="1">
                <a:solidFill>
                  <a:srgbClr val="000000"/>
                </a:solidFill>
              </a:rPr>
              <a:t>suntem</a:t>
            </a:r>
            <a:r>
              <a:rPr lang="en-AU" sz="3800" spc="-10" dirty="0">
                <a:solidFill>
                  <a:srgbClr val="000000"/>
                </a:solidFill>
              </a:rPr>
              <a:t> as </a:t>
            </a:r>
            <a:r>
              <a:rPr lang="en-AU" sz="3800" spc="-10" dirty="0" err="1">
                <a:solidFill>
                  <a:srgbClr val="000000"/>
                </a:solidFill>
              </a:rPr>
              <a:t>derempo</a:t>
            </a:r>
            <a:r>
              <a:rPr lang="en-AU" sz="3800" spc="-10" dirty="0">
                <a:solidFill>
                  <a:srgbClr val="000000"/>
                </a:solidFill>
              </a:rPr>
              <a:t> </a:t>
            </a:r>
            <a:r>
              <a:rPr lang="en-AU" sz="3800" spc="-10" dirty="0" err="1">
                <a:solidFill>
                  <a:srgbClr val="000000"/>
                </a:solidFill>
              </a:rPr>
              <a:t>rposten</a:t>
            </a:r>
            <a:r>
              <a:rPr lang="en-AU" sz="3800" spc="-10" dirty="0">
                <a:solidFill>
                  <a:srgbClr val="000000"/>
                </a:solidFill>
              </a:rPr>
              <a:t> </a:t>
            </a:r>
            <a:r>
              <a:rPr lang="en-AU" sz="3800" spc="-10" dirty="0" err="1">
                <a:solidFill>
                  <a:srgbClr val="000000"/>
                </a:solidFill>
              </a:rPr>
              <a:t>dignisqui</a:t>
            </a:r>
            <a:r>
              <a:rPr lang="en-AU" sz="3800" spc="-10" dirty="0">
                <a:solidFill>
                  <a:srgbClr val="000000"/>
                </a:solidFill>
              </a:rPr>
              <a:t> </a:t>
            </a:r>
            <a:r>
              <a:rPr lang="en-AU" sz="3800" spc="-10" dirty="0" err="1">
                <a:solidFill>
                  <a:srgbClr val="000000"/>
                </a:solidFill>
              </a:rPr>
              <a:t>omnissum</a:t>
            </a:r>
            <a:r>
              <a:rPr lang="en-AU" sz="3800" spc="-10" dirty="0">
                <a:solidFill>
                  <a:srgbClr val="000000"/>
                </a:solidFill>
              </a:rPr>
              <a:t> </a:t>
            </a:r>
            <a:r>
              <a:rPr lang="en-AU" sz="3800" spc="-10" dirty="0" err="1">
                <a:solidFill>
                  <a:srgbClr val="000000"/>
                </a:solidFill>
              </a:rPr>
              <a:t>eiur</a:t>
            </a:r>
            <a:r>
              <a:rPr lang="en-AU" sz="3800" spc="-10" dirty="0">
                <a:solidFill>
                  <a:srgbClr val="000000"/>
                </a:solidFill>
              </a:rPr>
              <a:t>, </a:t>
            </a:r>
            <a:r>
              <a:rPr lang="en-AU" sz="3800" spc="-10" dirty="0" err="1">
                <a:solidFill>
                  <a:srgbClr val="000000"/>
                </a:solidFill>
              </a:rPr>
              <a:t>earchit</a:t>
            </a:r>
            <a:r>
              <a:rPr lang="en-AU" sz="3800" spc="-10" dirty="0">
                <a:solidFill>
                  <a:srgbClr val="000000"/>
                </a:solidFill>
              </a:rPr>
              <a:t> ab </a:t>
            </a:r>
            <a:r>
              <a:rPr lang="en-AU" sz="3800" spc="-10" dirty="0" err="1">
                <a:solidFill>
                  <a:srgbClr val="000000"/>
                </a:solidFill>
              </a:rPr>
              <a:t>ipidici</a:t>
            </a:r>
            <a:r>
              <a:rPr lang="en-AU" sz="3800" spc="-10" dirty="0">
                <a:solidFill>
                  <a:srgbClr val="000000"/>
                </a:solidFill>
              </a:rPr>
              <a:t> </a:t>
            </a:r>
            <a:r>
              <a:rPr lang="en-AU" sz="3800" spc="-10" dirty="0" err="1">
                <a:solidFill>
                  <a:srgbClr val="000000"/>
                </a:solidFill>
              </a:rPr>
              <a:t>llorum</a:t>
            </a:r>
            <a:r>
              <a:rPr lang="en-AU" sz="3800" spc="-10" dirty="0">
                <a:solidFill>
                  <a:srgbClr val="000000"/>
                </a:solidFill>
              </a:rPr>
              <a:t>, </a:t>
            </a:r>
            <a:r>
              <a:rPr lang="en-AU" sz="3800" spc="-10" dirty="0" err="1">
                <a:solidFill>
                  <a:srgbClr val="000000"/>
                </a:solidFill>
              </a:rPr>
              <a:t>coreriae</a:t>
            </a:r>
            <a:r>
              <a:rPr lang="en-AU" sz="3800" spc="-10" dirty="0">
                <a:solidFill>
                  <a:srgbClr val="000000"/>
                </a:solidFill>
              </a:rPr>
              <a:t> </a:t>
            </a:r>
            <a:r>
              <a:rPr lang="en-AU" sz="3800" spc="-10" dirty="0" err="1">
                <a:solidFill>
                  <a:srgbClr val="000000"/>
                </a:solidFill>
              </a:rPr>
              <a:t>quia</a:t>
            </a:r>
            <a:r>
              <a:rPr lang="en-AU" sz="3800" spc="-10" dirty="0">
                <a:solidFill>
                  <a:srgbClr val="000000"/>
                </a:solidFill>
              </a:rPr>
              <a:t>.”</a:t>
            </a:r>
            <a:endParaRPr sz="3800" dirty="0"/>
          </a:p>
        </p:txBody>
      </p:sp>
    </p:spTree>
    <p:extLst>
      <p:ext uri="{BB962C8B-B14F-4D97-AF65-F5344CB8AC3E}">
        <p14:creationId xmlns:p14="http://schemas.microsoft.com/office/powerpoint/2010/main" val="34912575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Image 1">
    <p:bg>
      <p:bgRef idx="1001">
        <a:schemeClr val="bg1"/>
      </p:bgRef>
    </p:bg>
    <p:spTree>
      <p:nvGrpSpPr>
        <p:cNvPr id="1" name=""/>
        <p:cNvGrpSpPr/>
        <p:nvPr/>
      </p:nvGrpSpPr>
      <p:grpSpPr>
        <a:xfrm>
          <a:off x="0" y="0"/>
          <a:ext cx="0" cy="0"/>
          <a:chOff x="0" y="0"/>
          <a:chExt cx="0" cy="0"/>
        </a:xfrm>
      </p:grpSpPr>
      <p:pic>
        <p:nvPicPr>
          <p:cNvPr id="8" name="object 1">
            <a:extLst>
              <a:ext uri="{FF2B5EF4-FFF2-40B4-BE49-F238E27FC236}">
                <a16:creationId xmlns:a16="http://schemas.microsoft.com/office/drawing/2014/main" id="{69D3DD68-72FE-5430-2CCD-62A73AAF985C}"/>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24955154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44173-B046-E632-8483-B2707C81E7DF}"/>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dirty="0"/>
              <a:t>Click to edit Master text styles</a:t>
            </a:r>
            <a:endParaRPr lang="en-US" dirty="0"/>
          </a:p>
        </p:txBody>
      </p:sp>
      <p:pic>
        <p:nvPicPr>
          <p:cNvPr id="7" name="object 4">
            <a:extLst>
              <a:ext uri="{FF2B5EF4-FFF2-40B4-BE49-F238E27FC236}">
                <a16:creationId xmlns:a16="http://schemas.microsoft.com/office/drawing/2014/main" id="{0DE0EA6B-E5AC-3B11-BD85-9AE2F2B2BA1F}"/>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2" y="1"/>
            <a:ext cx="9143998" cy="5143499"/>
          </a:xfrm>
          <a:prstGeom prst="rect">
            <a:avLst/>
          </a:prstGeom>
        </p:spPr>
      </p:pic>
    </p:spTree>
    <p:extLst>
      <p:ext uri="{BB962C8B-B14F-4D97-AF65-F5344CB8AC3E}">
        <p14:creationId xmlns:p14="http://schemas.microsoft.com/office/powerpoint/2010/main" val="349404081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 2">
    <p:bg>
      <p:bgRef idx="1001">
        <a:schemeClr val="bg1"/>
      </p:bgRef>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59FF160-6414-B7D0-2DD1-0585D58A222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1"/>
            <a:ext cx="9141620" cy="5144841"/>
          </a:xfrm>
          <a:prstGeom prst="rect">
            <a:avLst/>
          </a:prstGeom>
        </p:spPr>
      </p:pic>
      <p:sp>
        <p:nvSpPr>
          <p:cNvPr id="6" name="Text Placeholder 1">
            <a:extLst>
              <a:ext uri="{FF2B5EF4-FFF2-40B4-BE49-F238E27FC236}">
                <a16:creationId xmlns:a16="http://schemas.microsoft.com/office/drawing/2014/main" id="{9E3B0390-CE09-F982-4224-39703DE91AD7}"/>
              </a:ext>
              <a:ext uri="{C183D7F6-B498-43B3-948B-1728B52AA6E4}">
                <adec:decorative xmlns:adec="http://schemas.microsoft.com/office/drawing/2017/decorative" val="0"/>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146416101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3">
    <p:bg>
      <p:bgRef idx="1001">
        <a:schemeClr val="bg1"/>
      </p:bgRef>
    </p:bg>
    <p:spTree>
      <p:nvGrpSpPr>
        <p:cNvPr id="1" name=""/>
        <p:cNvGrpSpPr/>
        <p:nvPr/>
      </p:nvGrpSpPr>
      <p:grpSpPr>
        <a:xfrm>
          <a:off x="0" y="0"/>
          <a:ext cx="0" cy="0"/>
          <a:chOff x="0" y="0"/>
          <a:chExt cx="0" cy="0"/>
        </a:xfrm>
      </p:grpSpPr>
      <p:pic>
        <p:nvPicPr>
          <p:cNvPr id="5" name="object 1">
            <a:extLst>
              <a:ext uri="{FF2B5EF4-FFF2-40B4-BE49-F238E27FC236}">
                <a16:creationId xmlns:a16="http://schemas.microsoft.com/office/drawing/2014/main" id="{3DE60E2F-8D86-E014-B1B6-8CC60B835BB9}"/>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3999" cy="5143500"/>
          </a:xfrm>
          <a:prstGeom prst="rect">
            <a:avLst/>
          </a:prstGeom>
        </p:spPr>
      </p:pic>
    </p:spTree>
    <p:extLst>
      <p:ext uri="{BB962C8B-B14F-4D97-AF65-F5344CB8AC3E}">
        <p14:creationId xmlns:p14="http://schemas.microsoft.com/office/powerpoint/2010/main" val="382651899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4">
    <p:bg>
      <p:bgRef idx="1001">
        <a:schemeClr val="bg1"/>
      </p:bgRef>
    </p:bg>
    <p:spTree>
      <p:nvGrpSpPr>
        <p:cNvPr id="1" name=""/>
        <p:cNvGrpSpPr/>
        <p:nvPr/>
      </p:nvGrpSpPr>
      <p:grpSpPr>
        <a:xfrm>
          <a:off x="0" y="0"/>
          <a:ext cx="0" cy="0"/>
          <a:chOff x="0" y="0"/>
          <a:chExt cx="0" cy="0"/>
        </a:xfrm>
      </p:grpSpPr>
      <p:pic>
        <p:nvPicPr>
          <p:cNvPr id="6" name="object 2">
            <a:extLst>
              <a:ext uri="{FF2B5EF4-FFF2-40B4-BE49-F238E27FC236}">
                <a16:creationId xmlns:a16="http://schemas.microsoft.com/office/drawing/2014/main" id="{A3A6835A-E678-9758-9D77-104E4690DC8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2349" cy="5143500"/>
          </a:xfrm>
          <a:prstGeom prst="rect">
            <a:avLst/>
          </a:prstGeom>
        </p:spPr>
      </p:pic>
      <p:sp>
        <p:nvSpPr>
          <p:cNvPr id="2" name="Title 1">
            <a:extLst>
              <a:ext uri="{FF2B5EF4-FFF2-40B4-BE49-F238E27FC236}">
                <a16:creationId xmlns:a16="http://schemas.microsoft.com/office/drawing/2014/main" id="{5667EFA4-5A0B-BEF2-9D70-1A347D686B7A}"/>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150763806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5">
    <p:bg>
      <p:bgRef idx="1001">
        <a:schemeClr val="bg1"/>
      </p:bgRef>
    </p:bg>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D3558D7F-D425-CB58-246D-476403851039}"/>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9144000" cy="5143500"/>
          </a:xfrm>
          <a:prstGeom prst="rect">
            <a:avLst/>
          </a:prstGeom>
        </p:spPr>
      </p:pic>
      <p:sp>
        <p:nvSpPr>
          <p:cNvPr id="6" name="Title 1">
            <a:extLst>
              <a:ext uri="{FF2B5EF4-FFF2-40B4-BE49-F238E27FC236}">
                <a16:creationId xmlns:a16="http://schemas.microsoft.com/office/drawing/2014/main" id="{1DBF24C0-EEA2-4E54-D028-0224BD962CC0}"/>
              </a:ext>
              <a:ext uri="{C183D7F6-B498-43B3-948B-1728B52AA6E4}">
                <adec:decorative xmlns:adec="http://schemas.microsoft.com/office/drawing/2017/decorative" val="0"/>
              </a:ext>
            </a:extLst>
          </p:cNvPr>
          <p:cNvSpPr>
            <a:spLocks noGrp="1"/>
          </p:cNvSpPr>
          <p:nvPr>
            <p:ph type="body" sz="quarter" idx="10"/>
          </p:nvPr>
        </p:nvSpPr>
        <p:spPr>
          <a:xfrm>
            <a:off x="495300" y="3333750"/>
            <a:ext cx="5829300" cy="1004887"/>
          </a:xfrm>
          <a:prstGeom prst="rect">
            <a:avLst/>
          </a:prstGeom>
        </p:spPr>
        <p:txBody>
          <a:bodyPr/>
          <a:lstStyle>
            <a:lvl1pPr marL="0" indent="0">
              <a:buFontTx/>
              <a:buNone/>
              <a:defRPr sz="18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429084420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6">
    <p:bg>
      <p:bgRef idx="1001">
        <a:schemeClr val="bg1"/>
      </p:bgRef>
    </p:bg>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8B85562-1D3A-B537-DAF4-3A657A3D4AE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431633167"/>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and text 1">
    <p:bg>
      <p:bgRef idx="1001">
        <a:schemeClr val="bg1"/>
      </p:bgRef>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0"/>
            <a:ext cx="9144000" cy="2640647"/>
          </a:xfrm>
          <a:prstGeom prst="rect">
            <a:avLst/>
          </a:prstGeom>
          <a:solidFill>
            <a:schemeClr val="bg1">
              <a:lumMod val="95000"/>
            </a:schemeClr>
          </a:solidFill>
        </p:spPr>
        <p:txBody>
          <a:bodyPr anchor="ctr" anchorCtr="0"/>
          <a:lstStyle>
            <a:lvl1pPr marL="0" indent="0" algn="ctr">
              <a:buNone/>
              <a:defRPr sz="1100"/>
            </a:lvl1pPr>
          </a:lstStyle>
          <a:p>
            <a:r>
              <a:rPr lang="en-US" dirty="0"/>
              <a:t>Click to add image</a:t>
            </a:r>
          </a:p>
        </p:txBody>
      </p:sp>
      <p:sp>
        <p:nvSpPr>
          <p:cNvPr id="4" name="object 2">
            <a:extLst>
              <a:ext uri="{FF2B5EF4-FFF2-40B4-BE49-F238E27FC236}">
                <a16:creationId xmlns:a16="http://schemas.microsoft.com/office/drawing/2014/main" id="{BCED1024-5DA2-8840-7AC2-C7FC158C755F}"/>
              </a:ext>
              <a:ext uri="{C183D7F6-B498-43B3-948B-1728B52AA6E4}">
                <adec:decorative xmlns:adec="http://schemas.microsoft.com/office/drawing/2017/decorative" val="1"/>
              </a:ext>
            </a:extLst>
          </p:cNvPr>
          <p:cNvSpPr/>
          <p:nvPr userDrawn="1"/>
        </p:nvSpPr>
        <p:spPr>
          <a:xfrm>
            <a:off x="0" y="2640647"/>
            <a:ext cx="9144000" cy="459740"/>
          </a:xfrm>
          <a:custGeom>
            <a:avLst/>
            <a:gdLst/>
            <a:ahLst/>
            <a:cxnLst/>
            <a:rect l="l" t="t" r="r" b="b"/>
            <a:pathLst>
              <a:path w="9144000" h="459739">
                <a:moveTo>
                  <a:pt x="9144000" y="0"/>
                </a:moveTo>
                <a:lnTo>
                  <a:pt x="0" y="0"/>
                </a:lnTo>
                <a:lnTo>
                  <a:pt x="0" y="459739"/>
                </a:lnTo>
                <a:lnTo>
                  <a:pt x="9144000" y="459739"/>
                </a:lnTo>
                <a:lnTo>
                  <a:pt x="9144000" y="0"/>
                </a:lnTo>
                <a:close/>
              </a:path>
            </a:pathLst>
          </a:custGeom>
          <a:solidFill>
            <a:srgbClr val="E64626"/>
          </a:solidFill>
          <a:ln>
            <a:solidFill>
              <a:schemeClr val="accent1"/>
            </a:solidFill>
          </a:ln>
        </p:spPr>
        <p:txBody>
          <a:bodyPr wrap="square" lIns="0" tIns="0" rIns="0" bIns="0" rtlCol="0"/>
          <a:lstStyle/>
          <a:p>
            <a:endParaRPr/>
          </a:p>
        </p:txBody>
      </p:sp>
      <p:sp>
        <p:nvSpPr>
          <p:cNvPr id="3" name="object 3">
            <a:extLst>
              <a:ext uri="{FF2B5EF4-FFF2-40B4-BE49-F238E27FC236}">
                <a16:creationId xmlns:a16="http://schemas.microsoft.com/office/drawing/2014/main" id="{E3399B2A-36AB-AE15-E217-C1D472E7E1EC}"/>
              </a:ext>
              <a:ext uri="{C183D7F6-B498-43B3-948B-1728B52AA6E4}">
                <adec:decorative xmlns:adec="http://schemas.microsoft.com/office/drawing/2017/decorative" val="1"/>
              </a:ext>
            </a:extLst>
          </p:cNvPr>
          <p:cNvSpPr/>
          <p:nvPr userDrawn="1"/>
        </p:nvSpPr>
        <p:spPr>
          <a:xfrm>
            <a:off x="0" y="3100387"/>
            <a:ext cx="9144000" cy="2043430"/>
          </a:xfrm>
          <a:custGeom>
            <a:avLst/>
            <a:gdLst/>
            <a:ahLst/>
            <a:cxnLst/>
            <a:rect l="l" t="t" r="r" b="b"/>
            <a:pathLst>
              <a:path w="9144000" h="2043429">
                <a:moveTo>
                  <a:pt x="9144000" y="0"/>
                </a:moveTo>
                <a:lnTo>
                  <a:pt x="0" y="0"/>
                </a:lnTo>
                <a:lnTo>
                  <a:pt x="0" y="2043112"/>
                </a:lnTo>
                <a:lnTo>
                  <a:pt x="9144000" y="2043112"/>
                </a:lnTo>
                <a:lnTo>
                  <a:pt x="9144000" y="0"/>
                </a:lnTo>
                <a:close/>
              </a:path>
            </a:pathLst>
          </a:custGeom>
          <a:solidFill>
            <a:schemeClr val="tx2"/>
          </a:solidFill>
        </p:spPr>
        <p:txBody>
          <a:bodyPr wrap="square" lIns="0" tIns="0" rIns="0" bIns="0" rtlCol="0"/>
          <a:lstStyle/>
          <a:p>
            <a:endParaRPr/>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a:off x="3272443"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5918200"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898676"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r>
              <a:rPr lang="en-AU" dirty="0"/>
              <a:t>Click to add text 10pt</a:t>
            </a:r>
            <a:endParaRPr dirty="0"/>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3615997"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6333318"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Tree>
    <p:extLst>
      <p:ext uri="{BB962C8B-B14F-4D97-AF65-F5344CB8AC3E}">
        <p14:creationId xmlns:p14="http://schemas.microsoft.com/office/powerpoint/2010/main" val="1388858333"/>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mage and text 1">
    <p:bg>
      <p:bgRef idx="1001">
        <a:schemeClr val="bg1"/>
      </p:bgRef>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0"/>
            <a:ext cx="9144000" cy="2640647"/>
          </a:xfrm>
          <a:prstGeom prst="rect">
            <a:avLst/>
          </a:prstGeom>
          <a:solidFill>
            <a:schemeClr val="bg1">
              <a:lumMod val="95000"/>
            </a:schemeClr>
          </a:solidFill>
        </p:spPr>
        <p:txBody>
          <a:bodyPr anchor="ctr" anchorCtr="0"/>
          <a:lstStyle>
            <a:lvl1pPr marL="0" indent="0" algn="ctr">
              <a:buNone/>
              <a:defRPr sz="1100"/>
            </a:lvl1pPr>
          </a:lstStyle>
          <a:p>
            <a:r>
              <a:rPr lang="en-US" dirty="0"/>
              <a:t>Click to add image</a:t>
            </a:r>
          </a:p>
        </p:txBody>
      </p:sp>
      <p:sp>
        <p:nvSpPr>
          <p:cNvPr id="4" name="object 2">
            <a:extLst>
              <a:ext uri="{FF2B5EF4-FFF2-40B4-BE49-F238E27FC236}">
                <a16:creationId xmlns:a16="http://schemas.microsoft.com/office/drawing/2014/main" id="{BCED1024-5DA2-8840-7AC2-C7FC158C755F}"/>
              </a:ext>
              <a:ext uri="{C183D7F6-B498-43B3-948B-1728B52AA6E4}">
                <adec:decorative xmlns:adec="http://schemas.microsoft.com/office/drawing/2017/decorative" val="1"/>
              </a:ext>
            </a:extLst>
          </p:cNvPr>
          <p:cNvSpPr/>
          <p:nvPr userDrawn="1"/>
        </p:nvSpPr>
        <p:spPr>
          <a:xfrm>
            <a:off x="0" y="2640647"/>
            <a:ext cx="9144000" cy="459740"/>
          </a:xfrm>
          <a:custGeom>
            <a:avLst/>
            <a:gdLst/>
            <a:ahLst/>
            <a:cxnLst/>
            <a:rect l="l" t="t" r="r" b="b"/>
            <a:pathLst>
              <a:path w="9144000" h="459739">
                <a:moveTo>
                  <a:pt x="9144000" y="0"/>
                </a:moveTo>
                <a:lnTo>
                  <a:pt x="0" y="0"/>
                </a:lnTo>
                <a:lnTo>
                  <a:pt x="0" y="459739"/>
                </a:lnTo>
                <a:lnTo>
                  <a:pt x="9144000" y="459739"/>
                </a:lnTo>
                <a:lnTo>
                  <a:pt x="9144000" y="0"/>
                </a:lnTo>
                <a:close/>
              </a:path>
            </a:pathLst>
          </a:custGeom>
          <a:solidFill>
            <a:srgbClr val="E64626"/>
          </a:solidFill>
          <a:ln>
            <a:solidFill>
              <a:schemeClr val="accent1"/>
            </a:solidFill>
          </a:ln>
        </p:spPr>
        <p:txBody>
          <a:bodyPr wrap="square" lIns="0" tIns="0" rIns="0" bIns="0" rtlCol="0"/>
          <a:lstStyle/>
          <a:p>
            <a:endParaRPr/>
          </a:p>
        </p:txBody>
      </p:sp>
      <p:sp>
        <p:nvSpPr>
          <p:cNvPr id="3" name="object 3">
            <a:extLst>
              <a:ext uri="{FF2B5EF4-FFF2-40B4-BE49-F238E27FC236}">
                <a16:creationId xmlns:a16="http://schemas.microsoft.com/office/drawing/2014/main" id="{E3399B2A-36AB-AE15-E217-C1D472E7E1EC}"/>
              </a:ext>
              <a:ext uri="{C183D7F6-B498-43B3-948B-1728B52AA6E4}">
                <adec:decorative xmlns:adec="http://schemas.microsoft.com/office/drawing/2017/decorative" val="1"/>
              </a:ext>
            </a:extLst>
          </p:cNvPr>
          <p:cNvSpPr/>
          <p:nvPr userDrawn="1"/>
        </p:nvSpPr>
        <p:spPr>
          <a:xfrm>
            <a:off x="0" y="3100387"/>
            <a:ext cx="9144000" cy="2043430"/>
          </a:xfrm>
          <a:custGeom>
            <a:avLst/>
            <a:gdLst/>
            <a:ahLst/>
            <a:cxnLst/>
            <a:rect l="l" t="t" r="r" b="b"/>
            <a:pathLst>
              <a:path w="9144000" h="2043429">
                <a:moveTo>
                  <a:pt x="9144000" y="0"/>
                </a:moveTo>
                <a:lnTo>
                  <a:pt x="0" y="0"/>
                </a:lnTo>
                <a:lnTo>
                  <a:pt x="0" y="2043112"/>
                </a:lnTo>
                <a:lnTo>
                  <a:pt x="9144000" y="2043112"/>
                </a:lnTo>
                <a:lnTo>
                  <a:pt x="9144000" y="0"/>
                </a:lnTo>
                <a:close/>
              </a:path>
            </a:pathLst>
          </a:custGeom>
          <a:solidFill>
            <a:schemeClr val="bg2"/>
          </a:solidFill>
        </p:spPr>
        <p:txBody>
          <a:bodyPr wrap="square" lIns="0" tIns="0" rIns="0" bIns="0" rtlCol="0"/>
          <a:lstStyle/>
          <a:p>
            <a:endParaRPr dirty="0"/>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a:off x="3272443"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5918200" y="3403748"/>
            <a:ext cx="0" cy="12192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898676"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r>
              <a:rPr lang="en-AU" dirty="0"/>
              <a:t>Click to add text 10pt</a:t>
            </a:r>
            <a:endParaRPr dirty="0"/>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3615997"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6333318" y="3357000"/>
            <a:ext cx="1945974" cy="1530203"/>
          </a:xfrm>
          <a:prstGeom prst="rect">
            <a:avLst/>
          </a:prstGeom>
        </p:spPr>
        <p:txBody>
          <a:bodyPr lIns="0" tIns="0" rIns="0" bIns="0" numCol="1" spcCol="252000"/>
          <a:lstStyle>
            <a:lvl1pPr marL="0" indent="0">
              <a:buFontTx/>
              <a:buNone/>
              <a:defRPr sz="1000" b="0" i="0">
                <a:solidFill>
                  <a:schemeClr val="bg1"/>
                </a:solidFill>
                <a:latin typeface="Arial"/>
                <a:cs typeface="Arial"/>
              </a:defRPr>
            </a:lvl1pPr>
          </a:lstStyle>
          <a:p>
            <a:pPr marL="0" marR="0" lvl="0" indent="0" defTabSz="91440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Tree>
    <p:extLst>
      <p:ext uri="{BB962C8B-B14F-4D97-AF65-F5344CB8AC3E}">
        <p14:creationId xmlns:p14="http://schemas.microsoft.com/office/powerpoint/2010/main" val="369547202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accent1"/>
        </a:solidFill>
        <a:effectLst/>
      </p:bgPr>
    </p:bg>
    <p:spTree>
      <p:nvGrpSpPr>
        <p:cNvPr id="1" name=""/>
        <p:cNvGrpSpPr/>
        <p:nvPr/>
      </p:nvGrpSpPr>
      <p:grpSpPr>
        <a:xfrm>
          <a:off x="0" y="0"/>
          <a:ext cx="0" cy="0"/>
          <a:chOff x="0" y="0"/>
          <a:chExt cx="0" cy="0"/>
        </a:xfrm>
      </p:grpSpPr>
      <p:sp>
        <p:nvSpPr>
          <p:cNvPr id="12" name="Text Placeholder 1">
            <a:extLst>
              <a:ext uri="{FF2B5EF4-FFF2-40B4-BE49-F238E27FC236}">
                <a16:creationId xmlns:a16="http://schemas.microsoft.com/office/drawing/2014/main" id="{284C3413-144B-3E34-A5A7-2A85DAA63644}"/>
              </a:ext>
            </a:extLst>
          </p:cNvPr>
          <p:cNvSpPr>
            <a:spLocks noGrp="1"/>
          </p:cNvSpPr>
          <p:nvPr>
            <p:ph type="body" sz="quarter" idx="12" hasCustomPrompt="1"/>
          </p:nvPr>
        </p:nvSpPr>
        <p:spPr>
          <a:xfrm>
            <a:off x="581013" y="1657350"/>
            <a:ext cx="3152775" cy="2362200"/>
          </a:xfrm>
          <a:prstGeom prst="rect">
            <a:avLst/>
          </a:prstGeom>
        </p:spPr>
        <p:txBody>
          <a:bodyPr lIns="0" anchor="b" anchorCtr="0"/>
          <a:lstStyle>
            <a:lvl1pPr marL="0" indent="0">
              <a:buNone/>
              <a:defRPr sz="1000">
                <a:solidFill>
                  <a:schemeClr val="tx1"/>
                </a:solidFill>
              </a:defRPr>
            </a:lvl1pPr>
            <a:lvl2pPr>
              <a:buNone/>
              <a:defRPr sz="1000">
                <a:solidFill>
                  <a:schemeClr val="tx1"/>
                </a:solidFill>
              </a:defRPr>
            </a:lvl2pPr>
            <a:lvl3pPr>
              <a:buNone/>
              <a:defRPr sz="1000">
                <a:solidFill>
                  <a:schemeClr val="tx1"/>
                </a:solidFill>
              </a:defRPr>
            </a:lvl3pPr>
            <a:lvl4pPr>
              <a:buNone/>
              <a:defRPr sz="1000">
                <a:solidFill>
                  <a:schemeClr val="tx1"/>
                </a:solidFill>
              </a:defRPr>
            </a:lvl4pPr>
            <a:lvl5pPr>
              <a:buNone/>
              <a:defRPr sz="1000">
                <a:solidFill>
                  <a:schemeClr val="tx1"/>
                </a:solidFill>
              </a:defRPr>
            </a:lvl5pPr>
          </a:lstStyle>
          <a:p>
            <a:pPr marL="12700">
              <a:lnSpc>
                <a:spcPct val="100000"/>
              </a:lnSpc>
              <a:spcBef>
                <a:spcPts val="100"/>
              </a:spcBef>
            </a:pPr>
            <a:r>
              <a:rPr lang="en-AU" sz="1000" b="1" dirty="0">
                <a:latin typeface="Arial"/>
                <a:cs typeface="Arial"/>
              </a:rPr>
              <a:t>Insert team/discipline </a:t>
            </a:r>
            <a:r>
              <a:rPr lang="en-AU" sz="1000" b="1" spc="-20" dirty="0">
                <a:latin typeface="Arial"/>
                <a:cs typeface="Arial"/>
              </a:rPr>
              <a:t>area</a:t>
            </a:r>
            <a:endParaRPr lang="en-AU" sz="1000" dirty="0">
              <a:latin typeface="Arial"/>
              <a:cs typeface="Arial"/>
            </a:endParaRPr>
          </a:p>
          <a:p>
            <a:pPr marL="12700" marR="711200">
              <a:lnSpc>
                <a:spcPct val="100000"/>
              </a:lnSpc>
            </a:pPr>
            <a:r>
              <a:rPr lang="en-AU" sz="1000" dirty="0">
                <a:latin typeface="Arial"/>
                <a:cs typeface="Arial"/>
              </a:rPr>
              <a:t>Name</a:t>
            </a:r>
            <a:r>
              <a:rPr lang="en-AU" sz="1000" spc="-20" dirty="0">
                <a:latin typeface="Arial"/>
                <a:cs typeface="Arial"/>
              </a:rPr>
              <a:t> </a:t>
            </a:r>
            <a:r>
              <a:rPr lang="en-AU" sz="1000" spc="-10" dirty="0">
                <a:latin typeface="Arial"/>
                <a:cs typeface="Arial"/>
              </a:rPr>
              <a:t>Surname Title</a:t>
            </a:r>
            <a:endParaRPr lang="en-AU" sz="1000" dirty="0">
              <a:latin typeface="Arial"/>
              <a:cs typeface="Arial"/>
            </a:endParaRPr>
          </a:p>
          <a:p>
            <a:pPr marL="12700">
              <a:lnSpc>
                <a:spcPct val="100000"/>
              </a:lnSpc>
            </a:pPr>
            <a:r>
              <a:rPr lang="en-AU" sz="1000" dirty="0">
                <a:latin typeface="Arial"/>
                <a:cs typeface="Arial"/>
              </a:rPr>
              <a:t>+61</a:t>
            </a:r>
            <a:r>
              <a:rPr lang="en-AU" sz="1000" spc="-10" dirty="0">
                <a:latin typeface="Arial"/>
                <a:cs typeface="Arial"/>
              </a:rPr>
              <a:t> </a:t>
            </a:r>
            <a:r>
              <a:rPr lang="en-AU" sz="1000" dirty="0">
                <a:latin typeface="Arial"/>
                <a:cs typeface="Arial"/>
              </a:rPr>
              <a:t>2</a:t>
            </a:r>
            <a:r>
              <a:rPr lang="en-AU" sz="1000" spc="-5" dirty="0">
                <a:latin typeface="Arial"/>
                <a:cs typeface="Arial"/>
              </a:rPr>
              <a:t> </a:t>
            </a:r>
            <a:r>
              <a:rPr lang="en-AU" sz="1000" dirty="0">
                <a:latin typeface="Arial"/>
                <a:cs typeface="Arial"/>
              </a:rPr>
              <a:t>1234</a:t>
            </a:r>
            <a:r>
              <a:rPr lang="en-AU" sz="1000" spc="-10" dirty="0">
                <a:latin typeface="Arial"/>
                <a:cs typeface="Arial"/>
              </a:rPr>
              <a:t> </a:t>
            </a:r>
            <a:r>
              <a:rPr lang="en-AU" sz="1000" spc="-20" dirty="0">
                <a:latin typeface="Arial"/>
                <a:cs typeface="Arial"/>
              </a:rPr>
              <a:t>5678</a:t>
            </a:r>
            <a:endParaRPr lang="en-AU" sz="1000" dirty="0">
              <a:latin typeface="Arial"/>
              <a:cs typeface="Arial"/>
            </a:endParaRPr>
          </a:p>
          <a:p>
            <a:pPr marL="12700">
              <a:lnSpc>
                <a:spcPct val="100000"/>
              </a:lnSpc>
            </a:pPr>
            <a:r>
              <a:rPr lang="en-AU" sz="1000" spc="-10" dirty="0">
                <a:latin typeface="Arial"/>
                <a:cs typeface="Arial"/>
                <a:hlinkClick r:id="rId2"/>
              </a:rPr>
              <a:t>first.last@sydney.edu.au</a:t>
            </a:r>
            <a:endParaRPr lang="en-AU" sz="1000" dirty="0">
              <a:latin typeface="Arial"/>
              <a:cs typeface="Arial"/>
            </a:endParaRPr>
          </a:p>
          <a:p>
            <a:pPr>
              <a:lnSpc>
                <a:spcPct val="100000"/>
              </a:lnSpc>
              <a:spcBef>
                <a:spcPts val="50"/>
              </a:spcBef>
            </a:pPr>
            <a:endParaRPr lang="en-AU" sz="1000" dirty="0">
              <a:latin typeface="Arial"/>
              <a:cs typeface="Arial"/>
            </a:endParaRPr>
          </a:p>
          <a:p>
            <a:pPr marL="12700">
              <a:lnSpc>
                <a:spcPct val="100000"/>
              </a:lnSpc>
            </a:pPr>
            <a:r>
              <a:rPr lang="en-AU" sz="1000" b="1" spc="-10" dirty="0" err="1">
                <a:latin typeface="Arial"/>
                <a:cs typeface="Arial"/>
              </a:rPr>
              <a:t>sydney.edu.au</a:t>
            </a:r>
            <a:r>
              <a:rPr lang="en-AU" sz="1000" b="1" spc="-10" dirty="0">
                <a:latin typeface="Arial"/>
                <a:cs typeface="Arial"/>
              </a:rPr>
              <a:t>/</a:t>
            </a:r>
            <a:r>
              <a:rPr lang="en-AU" sz="1000" b="1" spc="-10" dirty="0" err="1">
                <a:latin typeface="Arial"/>
                <a:cs typeface="Arial"/>
              </a:rPr>
              <a:t>xxxx</a:t>
            </a:r>
            <a:endParaRPr lang="en-AU" sz="1000" dirty="0">
              <a:latin typeface="Arial"/>
              <a:cs typeface="Arial"/>
            </a:endParaRPr>
          </a:p>
        </p:txBody>
      </p:sp>
    </p:spTree>
    <p:extLst>
      <p:ext uri="{BB962C8B-B14F-4D97-AF65-F5344CB8AC3E}">
        <p14:creationId xmlns:p14="http://schemas.microsoft.com/office/powerpoint/2010/main" val="224873522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chemeClr val="accent1"/>
                </a:solidFill>
                <a:latin typeface="Times" pitchFamily="2" charset="0"/>
                <a:cs typeface="Times New Roman"/>
              </a:defRPr>
            </a:lvl1pPr>
          </a:lstStyle>
          <a:p>
            <a:r>
              <a:rPr lang="en-AU" dirty="0"/>
              <a:t>Title only</a:t>
            </a:r>
            <a:endParaRPr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No title (line and footer)">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Footer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195D-1D75-7971-7AE4-F2EDDB4FE0DC}"/>
              </a:ext>
              <a:ext uri="{C183D7F6-B498-43B3-948B-1728B52AA6E4}">
                <adec:decorative xmlns:adec="http://schemas.microsoft.com/office/drawing/2017/decorative" val="1"/>
              </a:ext>
            </a:extLst>
          </p:cNvPr>
          <p:cNvSpPr/>
          <p:nvPr userDrawn="1"/>
        </p:nvSpPr>
        <p:spPr>
          <a:xfrm>
            <a:off x="0" y="0"/>
            <a:ext cx="9144000" cy="9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58912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7BF0C12-4EFA-AA48-3CFD-E595F2CE757D}"/>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22846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Only - Sandstone background">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chemeClr val="accent1"/>
                </a:solidFill>
                <a:latin typeface="Times" pitchFamily="2" charset="0"/>
                <a:cs typeface="Times New Roman"/>
              </a:defRPr>
            </a:lvl1pPr>
          </a:lstStyle>
          <a:p>
            <a:r>
              <a:rPr lang="en-AU" dirty="0"/>
              <a:t>Title only – Sandstone background</a:t>
            </a:r>
            <a:endParaRPr dirty="0"/>
          </a:p>
        </p:txBody>
      </p:sp>
    </p:spTree>
    <p:extLst>
      <p:ext uri="{BB962C8B-B14F-4D97-AF65-F5344CB8AC3E}">
        <p14:creationId xmlns:p14="http://schemas.microsoft.com/office/powerpoint/2010/main" val="4217484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Only - Light Grey backgroun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chemeClr val="accent1"/>
                </a:solidFill>
                <a:latin typeface="Times" pitchFamily="2" charset="0"/>
                <a:cs typeface="Times New Roman"/>
              </a:defRPr>
            </a:lvl1pPr>
          </a:lstStyle>
          <a:p>
            <a:r>
              <a:rPr lang="en-AU" dirty="0"/>
              <a:t>Title only – light grey background</a:t>
            </a:r>
            <a:endParaRPr dirty="0"/>
          </a:p>
        </p:txBody>
      </p:sp>
    </p:spTree>
    <p:extLst>
      <p:ext uri="{BB962C8B-B14F-4D97-AF65-F5344CB8AC3E}">
        <p14:creationId xmlns:p14="http://schemas.microsoft.com/office/powerpoint/2010/main" val="298129070"/>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dirty="0"/>
              <a:t>Title and 1 column text box</a:t>
            </a:r>
            <a:br>
              <a:rPr lang="en-US" dirty="0"/>
            </a:br>
            <a:r>
              <a:rPr lang="en-US" dirty="0"/>
              <a:t>Small body copy</a:t>
            </a:r>
            <a:endParaRPr dirty="0"/>
          </a:p>
        </p:txBody>
      </p:sp>
      <p:sp>
        <p:nvSpPr>
          <p:cNvPr id="8" name="Placeholder text 2">
            <a:extLst>
              <a:ext uri="{FF2B5EF4-FFF2-40B4-BE49-F238E27FC236}">
                <a16:creationId xmlns:a16="http://schemas.microsoft.com/office/drawing/2014/main" id="{4750A85D-7EC4-4F3C-A957-3387FB721759}"/>
              </a:ext>
            </a:extLst>
          </p:cNvPr>
          <p:cNvSpPr>
            <a:spLocks noGrp="1"/>
          </p:cNvSpPr>
          <p:nvPr>
            <p:ph type="body" idx="1" hasCustomPrompt="1"/>
          </p:nvPr>
        </p:nvSpPr>
        <p:spPr>
          <a:xfrm>
            <a:off x="1892300" y="1803399"/>
            <a:ext cx="6673850" cy="2781300"/>
          </a:xfrm>
          <a:prstGeom prst="rect">
            <a:avLst/>
          </a:prstGeom>
        </p:spPr>
        <p:txBody>
          <a:bodyPr lIns="0" tIns="0" rIns="0" bIns="0" numCol="1" spcCol="252000"/>
          <a:lstStyle>
            <a:lvl1pPr marL="171450" indent="-171450">
              <a:buFont typeface="System Font Regular"/>
              <a:buChar char="-"/>
              <a:defRPr sz="1000" b="0" i="0">
                <a:solidFill>
                  <a:srgbClr val="3C3C3B"/>
                </a:solidFill>
                <a:latin typeface="Arial"/>
                <a:cs typeface="Arial"/>
              </a:defRPr>
            </a:lvl1pPr>
            <a:lvl2pPr marL="628650" indent="-171450">
              <a:buFont typeface="System Font Regular"/>
              <a:buChar char="-"/>
              <a:defRPr sz="1000"/>
            </a:lvl2pPr>
          </a:lstStyle>
          <a:p>
            <a:r>
              <a:rPr lang="en-AU" dirty="0"/>
              <a:t>Click to add text</a:t>
            </a:r>
            <a:endParaRPr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dirty="0"/>
              <a:t>Title and 2 column text box</a:t>
            </a:r>
            <a:br>
              <a:rPr lang="en-US" dirty="0"/>
            </a:br>
            <a:r>
              <a:rPr lang="en-US" dirty="0"/>
              <a:t>Small body copy</a:t>
            </a:r>
            <a:endParaRPr dirty="0"/>
          </a:p>
        </p:txBody>
      </p:sp>
      <p:sp>
        <p:nvSpPr>
          <p:cNvPr id="6" name="Text Placeholder 2">
            <a:extLst>
              <a:ext uri="{FF2B5EF4-FFF2-40B4-BE49-F238E27FC236}">
                <a16:creationId xmlns:a16="http://schemas.microsoft.com/office/drawing/2014/main" id="{38B76861-0B8E-1907-DDCC-D9BE0F72992B}"/>
              </a:ext>
            </a:extLst>
          </p:cNvPr>
          <p:cNvSpPr>
            <a:spLocks noGrp="1"/>
          </p:cNvSpPr>
          <p:nvPr>
            <p:ph type="body" idx="1" hasCustomPrompt="1"/>
          </p:nvPr>
        </p:nvSpPr>
        <p:spPr>
          <a:xfrm>
            <a:off x="1892300" y="1803399"/>
            <a:ext cx="6673850" cy="2781300"/>
          </a:xfrm>
          <a:prstGeom prst="rect">
            <a:avLst/>
          </a:prstGeom>
        </p:spPr>
        <p:txBody>
          <a:bodyPr lIns="0" tIns="0" rIns="0" bIns="0" numCol="2" spcCol="252000"/>
          <a:lstStyle>
            <a:lvl1pPr marL="171450" indent="-171450">
              <a:buFont typeface="System Font Regular"/>
              <a:buChar char="-"/>
              <a:defRPr sz="1000" b="0" i="0">
                <a:solidFill>
                  <a:srgbClr val="3C3C3B"/>
                </a:solidFill>
                <a:latin typeface="Arial"/>
                <a:cs typeface="Arial"/>
              </a:defRPr>
            </a:lvl1pPr>
            <a:lvl2pPr marL="628650" indent="-171450">
              <a:buFont typeface="System Font Regular"/>
              <a:buChar char="-"/>
              <a:defRPr sz="1000"/>
            </a:lvl2pPr>
          </a:lstStyle>
          <a:p>
            <a:r>
              <a:rPr lang="en-AU" dirty="0"/>
              <a:t>Click to add text</a:t>
            </a:r>
            <a:endParaRPr dirty="0"/>
          </a:p>
        </p:txBody>
      </p:sp>
    </p:spTree>
    <p:extLst>
      <p:ext uri="{BB962C8B-B14F-4D97-AF65-F5344CB8AC3E}">
        <p14:creationId xmlns:p14="http://schemas.microsoft.com/office/powerpoint/2010/main" val="25433641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dirty="0"/>
              <a:t>Title and 3 column text box</a:t>
            </a:r>
            <a:br>
              <a:rPr lang="en-US" dirty="0"/>
            </a:br>
            <a:r>
              <a:rPr lang="en-US" dirty="0"/>
              <a:t>Small body copy</a:t>
            </a:r>
            <a:endParaRPr dirty="0"/>
          </a:p>
        </p:txBody>
      </p:sp>
      <p:sp>
        <p:nvSpPr>
          <p:cNvPr id="7" name="Text Placeholder 2">
            <a:extLst>
              <a:ext uri="{FF2B5EF4-FFF2-40B4-BE49-F238E27FC236}">
                <a16:creationId xmlns:a16="http://schemas.microsoft.com/office/drawing/2014/main" id="{F691CD0B-A249-E00E-D26B-FCB09FEB6123}"/>
              </a:ext>
            </a:extLst>
          </p:cNvPr>
          <p:cNvSpPr>
            <a:spLocks noGrp="1"/>
          </p:cNvSpPr>
          <p:nvPr>
            <p:ph type="body" idx="1" hasCustomPrompt="1"/>
          </p:nvPr>
        </p:nvSpPr>
        <p:spPr>
          <a:xfrm>
            <a:off x="1892300" y="1803399"/>
            <a:ext cx="6673850" cy="2781300"/>
          </a:xfrm>
          <a:prstGeom prst="rect">
            <a:avLst/>
          </a:prstGeom>
        </p:spPr>
        <p:txBody>
          <a:bodyPr lIns="0" tIns="0" rIns="0" bIns="0" numCol="3" spcCol="252000"/>
          <a:lstStyle>
            <a:lvl1pPr marL="171450" indent="-171450">
              <a:buFont typeface="System Font Regular"/>
              <a:buChar char="-"/>
              <a:defRPr sz="1000" b="0" i="0">
                <a:solidFill>
                  <a:srgbClr val="3C3C3B"/>
                </a:solidFill>
                <a:latin typeface="Arial"/>
                <a:cs typeface="Arial"/>
              </a:defRPr>
            </a:lvl1pPr>
            <a:lvl2pPr marL="628650" indent="-171450">
              <a:buFont typeface="System Font Regular"/>
              <a:buChar char="-"/>
              <a:defRPr sz="1000"/>
            </a:lvl2pPr>
          </a:lstStyle>
          <a:p>
            <a:r>
              <a:rPr lang="en-AU"/>
              <a:t>Text Placeholder 2</a:t>
            </a:r>
            <a:endParaRPr dirty="0"/>
          </a:p>
        </p:txBody>
      </p:sp>
    </p:spTree>
    <p:extLst>
      <p:ext uri="{BB962C8B-B14F-4D97-AF65-F5344CB8AC3E}">
        <p14:creationId xmlns:p14="http://schemas.microsoft.com/office/powerpoint/2010/main" val="13573710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dirty="0"/>
              <a:t>Title and 1 column text box</a:t>
            </a:r>
            <a:br>
              <a:rPr lang="en-US" dirty="0"/>
            </a:br>
            <a:r>
              <a:rPr lang="en-US" dirty="0"/>
              <a:t>Medium body copy</a:t>
            </a:r>
            <a:endParaRPr dirty="0"/>
          </a:p>
        </p:txBody>
      </p:sp>
      <p:sp>
        <p:nvSpPr>
          <p:cNvPr id="6" name="Text Placeholder 2">
            <a:extLst>
              <a:ext uri="{FF2B5EF4-FFF2-40B4-BE49-F238E27FC236}">
                <a16:creationId xmlns:a16="http://schemas.microsoft.com/office/drawing/2014/main" id="{2025C77E-CD2E-BA7A-975E-54EF9CC46D9B}"/>
              </a:ext>
            </a:extLst>
          </p:cNvPr>
          <p:cNvSpPr>
            <a:spLocks noGrp="1"/>
          </p:cNvSpPr>
          <p:nvPr>
            <p:ph type="body" sz="quarter" idx="10"/>
          </p:nvPr>
        </p:nvSpPr>
        <p:spPr>
          <a:xfrm>
            <a:off x="1881188" y="1809750"/>
            <a:ext cx="668496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294270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dirty="0"/>
              <a:t>Title and 2 column text box</a:t>
            </a:r>
            <a:br>
              <a:rPr lang="en-US" dirty="0"/>
            </a:br>
            <a:r>
              <a:rPr lang="en-US" dirty="0"/>
              <a:t>Medium body copy</a:t>
            </a:r>
            <a:endParaRPr dirty="0"/>
          </a:p>
        </p:txBody>
      </p:sp>
      <p:sp>
        <p:nvSpPr>
          <p:cNvPr id="4" name="Text Placeholder 2">
            <a:extLst>
              <a:ext uri="{FF2B5EF4-FFF2-40B4-BE49-F238E27FC236}">
                <a16:creationId xmlns:a16="http://schemas.microsoft.com/office/drawing/2014/main" id="{5AE129D5-BC83-5BC6-7696-A62ABBA7068D}"/>
              </a:ext>
            </a:extLst>
          </p:cNvPr>
          <p:cNvSpPr>
            <a:spLocks noGrp="1"/>
          </p:cNvSpPr>
          <p:nvPr>
            <p:ph type="body" sz="quarter" idx="10"/>
          </p:nvPr>
        </p:nvSpPr>
        <p:spPr>
          <a:xfrm>
            <a:off x="1881188" y="1809750"/>
            <a:ext cx="322421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3">
            <a:extLst>
              <a:ext uri="{FF2B5EF4-FFF2-40B4-BE49-F238E27FC236}">
                <a16:creationId xmlns:a16="http://schemas.microsoft.com/office/drawing/2014/main" id="{AEE874E2-82AB-542D-E56B-2FB8466A88DC}"/>
              </a:ext>
            </a:extLst>
          </p:cNvPr>
          <p:cNvSpPr>
            <a:spLocks noGrp="1"/>
          </p:cNvSpPr>
          <p:nvPr>
            <p:ph type="body" sz="quarter" idx="11"/>
          </p:nvPr>
        </p:nvSpPr>
        <p:spPr>
          <a:xfrm>
            <a:off x="5330969" y="1809750"/>
            <a:ext cx="322421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179344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dirty="0"/>
              <a:t>Title and 3 column text box</a:t>
            </a:r>
            <a:br>
              <a:rPr lang="en-US" dirty="0"/>
            </a:br>
            <a:r>
              <a:rPr lang="en-US" dirty="0"/>
              <a:t>Medium body copy</a:t>
            </a:r>
            <a:endParaRPr dirty="0"/>
          </a:p>
        </p:txBody>
      </p:sp>
      <p:sp>
        <p:nvSpPr>
          <p:cNvPr id="4" name="Text Placeholder 2">
            <a:extLst>
              <a:ext uri="{FF2B5EF4-FFF2-40B4-BE49-F238E27FC236}">
                <a16:creationId xmlns:a16="http://schemas.microsoft.com/office/drawing/2014/main" id="{A89C3E4A-3CEE-6A06-BFB0-526F77478D2D}"/>
              </a:ext>
            </a:extLst>
          </p:cNvPr>
          <p:cNvSpPr>
            <a:spLocks noGrp="1"/>
          </p:cNvSpPr>
          <p:nvPr>
            <p:ph type="body" sz="quarter" idx="10"/>
          </p:nvPr>
        </p:nvSpPr>
        <p:spPr>
          <a:xfrm>
            <a:off x="1881188" y="1814829"/>
            <a:ext cx="195483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endParaRPr lang="en-US" dirty="0"/>
          </a:p>
        </p:txBody>
      </p:sp>
      <p:sp>
        <p:nvSpPr>
          <p:cNvPr id="5" name="Text Placeholder 3">
            <a:extLst>
              <a:ext uri="{FF2B5EF4-FFF2-40B4-BE49-F238E27FC236}">
                <a16:creationId xmlns:a16="http://schemas.microsoft.com/office/drawing/2014/main" id="{1DFC8A7E-2401-E620-E338-5D28D2506876}"/>
              </a:ext>
            </a:extLst>
          </p:cNvPr>
          <p:cNvSpPr>
            <a:spLocks noGrp="1"/>
          </p:cNvSpPr>
          <p:nvPr>
            <p:ph type="body" sz="quarter" idx="14"/>
          </p:nvPr>
        </p:nvSpPr>
        <p:spPr>
          <a:xfrm>
            <a:off x="4250315" y="1814829"/>
            <a:ext cx="195483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endParaRPr lang="en-US" dirty="0"/>
          </a:p>
        </p:txBody>
      </p:sp>
      <p:sp>
        <p:nvSpPr>
          <p:cNvPr id="6" name="Text Placeholder 4">
            <a:extLst>
              <a:ext uri="{FF2B5EF4-FFF2-40B4-BE49-F238E27FC236}">
                <a16:creationId xmlns:a16="http://schemas.microsoft.com/office/drawing/2014/main" id="{E104634B-900F-6E88-EAFF-FBF5C77F1AED}"/>
              </a:ext>
            </a:extLst>
          </p:cNvPr>
          <p:cNvSpPr>
            <a:spLocks noGrp="1"/>
          </p:cNvSpPr>
          <p:nvPr>
            <p:ph type="body" sz="quarter" idx="15"/>
          </p:nvPr>
        </p:nvSpPr>
        <p:spPr>
          <a:xfrm>
            <a:off x="6544627" y="1814829"/>
            <a:ext cx="1954832" cy="27559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endParaRPr lang="en-US" dirty="0"/>
          </a:p>
        </p:txBody>
      </p:sp>
    </p:spTree>
    <p:extLst>
      <p:ext uri="{BB962C8B-B14F-4D97-AF65-F5344CB8AC3E}">
        <p14:creationId xmlns:p14="http://schemas.microsoft.com/office/powerpoint/2010/main" val="16092400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column, large body copy 18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738664"/>
          </a:xfrm>
        </p:spPr>
        <p:txBody>
          <a:bodyPr lIns="0" tIns="0" rIns="0" bIns="0"/>
          <a:lstStyle>
            <a:lvl1pPr>
              <a:defRPr sz="2400" b="0" i="0">
                <a:solidFill>
                  <a:srgbClr val="E64626"/>
                </a:solidFill>
                <a:latin typeface="Times" pitchFamily="2" charset="0"/>
                <a:cs typeface="Times New Roman"/>
              </a:defRPr>
            </a:lvl1pPr>
          </a:lstStyle>
          <a:p>
            <a:r>
              <a:rPr lang="en-US" dirty="0"/>
              <a:t>Title and 1 column text box</a:t>
            </a:r>
            <a:br>
              <a:rPr lang="en-US" dirty="0"/>
            </a:br>
            <a:r>
              <a:rPr lang="en-US" dirty="0"/>
              <a:t>Large body copy</a:t>
            </a:r>
            <a:endParaRPr dirty="0"/>
          </a:p>
        </p:txBody>
      </p:sp>
      <p:sp>
        <p:nvSpPr>
          <p:cNvPr id="6" name="Text Placeholder 2">
            <a:extLst>
              <a:ext uri="{FF2B5EF4-FFF2-40B4-BE49-F238E27FC236}">
                <a16:creationId xmlns:a16="http://schemas.microsoft.com/office/drawing/2014/main" id="{2025C77E-CD2E-BA7A-975E-54EF9CC46D9B}"/>
              </a:ext>
            </a:extLst>
          </p:cNvPr>
          <p:cNvSpPr>
            <a:spLocks noGrp="1"/>
          </p:cNvSpPr>
          <p:nvPr>
            <p:ph type="body" sz="quarter" idx="10"/>
          </p:nvPr>
        </p:nvSpPr>
        <p:spPr>
          <a:xfrm>
            <a:off x="1881188" y="1809750"/>
            <a:ext cx="6684962" cy="2755900"/>
          </a:xfrm>
        </p:spPr>
        <p:txBody>
          <a:bodyPr/>
          <a:lstStyle>
            <a:lvl1pPr marL="171450" indent="-171450">
              <a:buClr>
                <a:schemeClr val="tx1"/>
              </a:buClr>
              <a:buFont typeface="System Font Regular"/>
              <a:buChar char="-"/>
              <a:defRPr sz="1800">
                <a:latin typeface="+mn-lt"/>
              </a:defRPr>
            </a:lvl1pPr>
            <a:lvl2pPr marL="628650" indent="-171450">
              <a:buClr>
                <a:schemeClr val="tx1"/>
              </a:buClr>
              <a:buFont typeface="System Font Regular"/>
              <a:buChar char="-"/>
              <a:defRPr sz="1800">
                <a:latin typeface="+mn-lt"/>
              </a:defRPr>
            </a:lvl2pPr>
            <a:lvl3pPr marL="1085850" indent="-171450">
              <a:buClr>
                <a:schemeClr val="tx1"/>
              </a:buClr>
              <a:buFont typeface="System Font Regular"/>
              <a:buChar char="-"/>
              <a:defRPr sz="1800">
                <a:latin typeface="+mn-lt"/>
              </a:defRPr>
            </a:lvl3pPr>
            <a:lvl4pPr marL="1543050" indent="-171450">
              <a:buClr>
                <a:schemeClr val="tx1"/>
              </a:buClr>
              <a:buFont typeface="System Font Regular"/>
              <a:buChar char="-"/>
              <a:defRPr sz="1800">
                <a:latin typeface="+mn-lt"/>
              </a:defRPr>
            </a:lvl4pPr>
            <a:lvl5pPr marL="2000250" indent="-171450">
              <a:buClr>
                <a:schemeClr val="tx1"/>
              </a:buClr>
              <a:buFont typeface="System Font Regular"/>
              <a:buChar char="-"/>
              <a:defRPr sz="1800">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990093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 object">
    <p:spTree>
      <p:nvGrpSpPr>
        <p:cNvPr id="1" name=""/>
        <p:cNvGrpSpPr/>
        <p:nvPr/>
      </p:nvGrpSpPr>
      <p:grpSpPr>
        <a:xfrm>
          <a:off x="0" y="0"/>
          <a:ext cx="0" cy="0"/>
          <a:chOff x="0" y="0"/>
          <a:chExt cx="0" cy="0"/>
        </a:xfrm>
      </p:grpSpPr>
      <p:sp>
        <p:nvSpPr>
          <p:cNvPr id="16" name="bg object 3"/>
          <p:cNvSpPr/>
          <p:nvPr/>
        </p:nvSpPr>
        <p:spPr>
          <a:xfrm>
            <a:off x="571500" y="576262"/>
            <a:ext cx="9144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a:p>
        </p:txBody>
      </p:sp>
      <p:sp>
        <p:nvSpPr>
          <p:cNvPr id="2" name="Title 1"/>
          <p:cNvSpPr>
            <a:spLocks noGrp="1"/>
          </p:cNvSpPr>
          <p:nvPr>
            <p:ph type="title" hasCustomPrompt="1"/>
          </p:nvPr>
        </p:nvSpPr>
        <p:spPr/>
        <p:txBody>
          <a:bodyPr lIns="0" tIns="0" rIns="0" bIns="0"/>
          <a:lstStyle>
            <a:lvl1pPr>
              <a:defRPr sz="2400" b="0" i="0">
                <a:solidFill>
                  <a:srgbClr val="E64626"/>
                </a:solidFill>
                <a:latin typeface="Times" pitchFamily="2" charset="0"/>
                <a:cs typeface="Times New Roman"/>
              </a:defRPr>
            </a:lvl1pPr>
          </a:lstStyle>
          <a:p>
            <a:r>
              <a:rPr lang="en-AU" dirty="0"/>
              <a:t>Title and 1 object</a:t>
            </a:r>
            <a:endParaRPr dirty="0"/>
          </a:p>
        </p:txBody>
      </p:sp>
      <p:sp>
        <p:nvSpPr>
          <p:cNvPr id="5" name="Text Placeholder 2">
            <a:extLst>
              <a:ext uri="{FF2B5EF4-FFF2-40B4-BE49-F238E27FC236}">
                <a16:creationId xmlns:a16="http://schemas.microsoft.com/office/drawing/2014/main" id="{87CDED4A-4823-EF24-3881-13F93D526601}"/>
              </a:ext>
            </a:extLst>
          </p:cNvPr>
          <p:cNvSpPr>
            <a:spLocks noGrp="1"/>
          </p:cNvSpPr>
          <p:nvPr>
            <p:ph sz="half" idx="2" hasCustomPrompt="1"/>
          </p:nvPr>
        </p:nvSpPr>
        <p:spPr>
          <a:xfrm>
            <a:off x="1881188" y="1802292"/>
            <a:ext cx="668496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dirty="0"/>
              <a:t>Click to add text or click on icon </a:t>
            </a:r>
            <a:br>
              <a:rPr lang="en-AU" dirty="0"/>
            </a:br>
            <a:r>
              <a:rPr lang="en-AU" dirty="0"/>
              <a:t>below to add object’</a:t>
            </a:r>
          </a:p>
        </p:txBody>
      </p:sp>
      <p:sp>
        <p:nvSpPr>
          <p:cNvPr id="3" name="object 4">
            <a:extLst>
              <a:ext uri="{FF2B5EF4-FFF2-40B4-BE49-F238E27FC236}">
                <a16:creationId xmlns:a16="http://schemas.microsoft.com/office/drawing/2014/main" id="{072B83BE-F949-7430-0580-E28A8377541C}"/>
              </a:ext>
            </a:extLst>
          </p:cNvPr>
          <p:cNvSpPr txBox="1"/>
          <p:nvPr userDrawn="1"/>
        </p:nvSpPr>
        <p:spPr>
          <a:xfrm>
            <a:off x="568325" y="4725643"/>
            <a:ext cx="942975" cy="118110"/>
          </a:xfrm>
          <a:prstGeom prst="rect">
            <a:avLst/>
          </a:prstGeom>
        </p:spPr>
        <p:txBody>
          <a:bodyPr vert="horz" wrap="square" lIns="0" tIns="4445" rIns="0" bIns="0" rtlCol="0">
            <a:spAutoFit/>
          </a:bodyPr>
          <a:lstStyle/>
          <a:p>
            <a:pPr marL="12700">
              <a:lnSpc>
                <a:spcPct val="100000"/>
              </a:lnSpc>
              <a:spcBef>
                <a:spcPts val="35"/>
              </a:spcBef>
            </a:pPr>
            <a:r>
              <a:rPr sz="650" dirty="0">
                <a:solidFill>
                  <a:srgbClr val="3C3C3B"/>
                </a:solidFill>
                <a:latin typeface="Arial"/>
                <a:cs typeface="Arial"/>
              </a:rPr>
              <a:t>The</a:t>
            </a:r>
            <a:r>
              <a:rPr sz="650" spc="15" dirty="0">
                <a:solidFill>
                  <a:srgbClr val="3C3C3B"/>
                </a:solidFill>
                <a:latin typeface="Arial"/>
                <a:cs typeface="Arial"/>
              </a:rPr>
              <a:t> </a:t>
            </a:r>
            <a:r>
              <a:rPr sz="650" spc="-10" dirty="0">
                <a:solidFill>
                  <a:srgbClr val="3C3C3B"/>
                </a:solidFill>
                <a:latin typeface="Arial"/>
                <a:cs typeface="Arial"/>
              </a:rPr>
              <a:t>University</a:t>
            </a:r>
            <a:r>
              <a:rPr sz="650" spc="10" dirty="0">
                <a:solidFill>
                  <a:srgbClr val="3C3C3B"/>
                </a:solidFill>
                <a:latin typeface="Arial"/>
                <a:cs typeface="Arial"/>
              </a:rPr>
              <a:t> </a:t>
            </a:r>
            <a:r>
              <a:rPr sz="650" dirty="0">
                <a:solidFill>
                  <a:srgbClr val="3C3C3B"/>
                </a:solidFill>
                <a:latin typeface="Arial"/>
                <a:cs typeface="Arial"/>
              </a:rPr>
              <a:t>of</a:t>
            </a:r>
            <a:r>
              <a:rPr sz="650" spc="15" dirty="0">
                <a:solidFill>
                  <a:srgbClr val="3C3C3B"/>
                </a:solidFill>
                <a:latin typeface="Arial"/>
                <a:cs typeface="Arial"/>
              </a:rPr>
              <a:t> </a:t>
            </a:r>
            <a:r>
              <a:rPr sz="650" spc="-10" dirty="0">
                <a:solidFill>
                  <a:srgbClr val="3C3C3B"/>
                </a:solidFill>
                <a:latin typeface="Arial"/>
                <a:cs typeface="Arial"/>
              </a:rPr>
              <a:t>Sydney</a:t>
            </a:r>
            <a:endParaRPr sz="650" dirty="0">
              <a:latin typeface="Arial"/>
              <a:cs typeface="Arial"/>
            </a:endParaRPr>
          </a:p>
        </p:txBody>
      </p:sp>
    </p:spTree>
    <p:extLst>
      <p:ext uri="{BB962C8B-B14F-4D97-AF65-F5344CB8AC3E}">
        <p14:creationId xmlns:p14="http://schemas.microsoft.com/office/powerpoint/2010/main" val="7087048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 objec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rIns="0" bIns="0"/>
          <a:lstStyle>
            <a:lvl1pPr>
              <a:defRPr sz="2400" b="0" i="0">
                <a:solidFill>
                  <a:srgbClr val="E64626"/>
                </a:solidFill>
                <a:latin typeface="Times" pitchFamily="2" charset="0"/>
                <a:cs typeface="Times New Roman"/>
              </a:defRPr>
            </a:lvl1pPr>
          </a:lstStyle>
          <a:p>
            <a:r>
              <a:rPr lang="en-AU" dirty="0"/>
              <a:t>Title and 2 objects</a:t>
            </a:r>
            <a:endParaRPr dirty="0"/>
          </a:p>
        </p:txBody>
      </p:sp>
      <p:sp>
        <p:nvSpPr>
          <p:cNvPr id="3" name="Text Placeholder 2"/>
          <p:cNvSpPr>
            <a:spLocks noGrp="1"/>
          </p:cNvSpPr>
          <p:nvPr>
            <p:ph sz="half" idx="2" hasCustomPrompt="1"/>
          </p:nvPr>
        </p:nvSpPr>
        <p:spPr>
          <a:xfrm>
            <a:off x="1881188" y="1802292"/>
            <a:ext cx="314801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dirty="0"/>
              <a:t>Click to add text or click on icon </a:t>
            </a:r>
            <a:br>
              <a:rPr lang="en-AU" dirty="0"/>
            </a:br>
            <a:r>
              <a:rPr lang="en-AU" dirty="0"/>
              <a:t>below to add object</a:t>
            </a:r>
          </a:p>
        </p:txBody>
      </p:sp>
      <p:sp>
        <p:nvSpPr>
          <p:cNvPr id="6" name="Text Placeholder 3">
            <a:extLst>
              <a:ext uri="{FF2B5EF4-FFF2-40B4-BE49-F238E27FC236}">
                <a16:creationId xmlns:a16="http://schemas.microsoft.com/office/drawing/2014/main" id="{BCF546AC-A09B-3B79-BF41-C9B5E391B8D5}"/>
              </a:ext>
            </a:extLst>
          </p:cNvPr>
          <p:cNvSpPr>
            <a:spLocks noGrp="1"/>
          </p:cNvSpPr>
          <p:nvPr>
            <p:ph sz="half" idx="11" hasCustomPrompt="1"/>
          </p:nvPr>
        </p:nvSpPr>
        <p:spPr>
          <a:xfrm>
            <a:off x="5418138" y="1802292"/>
            <a:ext cx="3148012" cy="2763358"/>
          </a:xfrm>
          <a:prstGeom prst="rect">
            <a:avLst/>
          </a:prstGeom>
          <a:noFill/>
        </p:spPr>
        <p:txBody>
          <a:bodyPr wrap="square" lIns="0" tIns="0" rIns="0" bIns="0">
            <a:noAutofit/>
          </a:bodyPr>
          <a:lstStyle>
            <a:lvl1pPr marL="0" indent="0">
              <a:buFont typeface="System Font Regular"/>
              <a:buNone/>
              <a:defRPr sz="1000"/>
            </a:lvl1pPr>
            <a:lvl2pPr>
              <a:defRPr sz="1000"/>
            </a:lvl2pPr>
          </a:lstStyle>
          <a:p>
            <a:pPr marL="171450" marR="0" lvl="0" indent="-171450" defTabSz="914400" eaLnBrk="1" fontAlgn="auto" latinLnBrk="0" hangingPunct="1">
              <a:lnSpc>
                <a:spcPct val="100000"/>
              </a:lnSpc>
              <a:spcBef>
                <a:spcPts val="0"/>
              </a:spcBef>
              <a:spcAft>
                <a:spcPts val="0"/>
              </a:spcAft>
              <a:buClr>
                <a:schemeClr val="tx2"/>
              </a:buClr>
              <a:buSzTx/>
              <a:buFont typeface="System Font Regular"/>
              <a:buChar char="-"/>
              <a:tabLst/>
              <a:defRPr/>
            </a:pPr>
            <a:r>
              <a:rPr lang="en-AU" dirty="0"/>
              <a:t>Click to add text or click on icon </a:t>
            </a:r>
            <a:br>
              <a:rPr lang="en-AU" dirty="0"/>
            </a:br>
            <a:r>
              <a:rPr lang="en-AU" dirty="0"/>
              <a:t>below to add object</a:t>
            </a:r>
          </a:p>
        </p:txBody>
      </p:sp>
      <p:sp>
        <p:nvSpPr>
          <p:cNvPr id="4" name="object 4">
            <a:extLst>
              <a:ext uri="{FF2B5EF4-FFF2-40B4-BE49-F238E27FC236}">
                <a16:creationId xmlns:a16="http://schemas.microsoft.com/office/drawing/2014/main" id="{593909B7-37E7-FB1F-A3FB-7C585D474988}"/>
              </a:ext>
            </a:extLst>
          </p:cNvPr>
          <p:cNvSpPr txBox="1"/>
          <p:nvPr userDrawn="1"/>
        </p:nvSpPr>
        <p:spPr>
          <a:xfrm>
            <a:off x="568325" y="4725643"/>
            <a:ext cx="942975" cy="118110"/>
          </a:xfrm>
          <a:prstGeom prst="rect">
            <a:avLst/>
          </a:prstGeom>
        </p:spPr>
        <p:txBody>
          <a:bodyPr vert="horz" wrap="square" lIns="0" tIns="4445" rIns="0" bIns="0" rtlCol="0">
            <a:spAutoFit/>
          </a:bodyPr>
          <a:lstStyle/>
          <a:p>
            <a:pPr marL="12700">
              <a:lnSpc>
                <a:spcPct val="100000"/>
              </a:lnSpc>
              <a:spcBef>
                <a:spcPts val="35"/>
              </a:spcBef>
            </a:pPr>
            <a:r>
              <a:rPr sz="650" dirty="0">
                <a:solidFill>
                  <a:srgbClr val="3C3C3B"/>
                </a:solidFill>
                <a:latin typeface="Arial"/>
                <a:cs typeface="Arial"/>
              </a:rPr>
              <a:t>The</a:t>
            </a:r>
            <a:r>
              <a:rPr sz="650" spc="15" dirty="0">
                <a:solidFill>
                  <a:srgbClr val="3C3C3B"/>
                </a:solidFill>
                <a:latin typeface="Arial"/>
                <a:cs typeface="Arial"/>
              </a:rPr>
              <a:t> </a:t>
            </a:r>
            <a:r>
              <a:rPr sz="650" spc="-10" dirty="0">
                <a:solidFill>
                  <a:srgbClr val="3C3C3B"/>
                </a:solidFill>
                <a:latin typeface="Arial"/>
                <a:cs typeface="Arial"/>
              </a:rPr>
              <a:t>University</a:t>
            </a:r>
            <a:r>
              <a:rPr sz="650" spc="10" dirty="0">
                <a:solidFill>
                  <a:srgbClr val="3C3C3B"/>
                </a:solidFill>
                <a:latin typeface="Arial"/>
                <a:cs typeface="Arial"/>
              </a:rPr>
              <a:t> </a:t>
            </a:r>
            <a:r>
              <a:rPr sz="650" dirty="0">
                <a:solidFill>
                  <a:srgbClr val="3C3C3B"/>
                </a:solidFill>
                <a:latin typeface="Arial"/>
                <a:cs typeface="Arial"/>
              </a:rPr>
              <a:t>of</a:t>
            </a:r>
            <a:r>
              <a:rPr sz="650" spc="15" dirty="0">
                <a:solidFill>
                  <a:srgbClr val="3C3C3B"/>
                </a:solidFill>
                <a:latin typeface="Arial"/>
                <a:cs typeface="Arial"/>
              </a:rPr>
              <a:t> </a:t>
            </a:r>
            <a:r>
              <a:rPr sz="650" spc="-10" dirty="0">
                <a:solidFill>
                  <a:srgbClr val="3C3C3B"/>
                </a:solidFill>
                <a:latin typeface="Arial"/>
                <a:cs typeface="Arial"/>
              </a:rPr>
              <a:t>Sydney</a:t>
            </a:r>
            <a:endParaRPr sz="650" dirty="0">
              <a:latin typeface="Arial"/>
              <a:cs typeface="Arial"/>
            </a:endParaRPr>
          </a:p>
        </p:txBody>
      </p:sp>
      <p:sp>
        <p:nvSpPr>
          <p:cNvPr id="16" name="bg object"/>
          <p:cNvSpPr/>
          <p:nvPr/>
        </p:nvSpPr>
        <p:spPr>
          <a:xfrm>
            <a:off x="571500" y="576262"/>
            <a:ext cx="9144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 column + image,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5670550" cy="738664"/>
          </a:xfrm>
        </p:spPr>
        <p:txBody>
          <a:bodyPr lIns="0" tIns="0" rIns="0" bIns="0"/>
          <a:lstStyle>
            <a:lvl1pPr>
              <a:defRPr sz="2400" b="0" i="0">
                <a:solidFill>
                  <a:srgbClr val="E64626"/>
                </a:solidFill>
                <a:latin typeface="Times" pitchFamily="2" charset="0"/>
                <a:cs typeface="Times New Roman"/>
              </a:defRPr>
            </a:lvl1pPr>
          </a:lstStyle>
          <a:p>
            <a:r>
              <a:rPr lang="en-US" dirty="0"/>
              <a:t>Title, text box and image</a:t>
            </a:r>
            <a:br>
              <a:rPr lang="en-US" dirty="0"/>
            </a:br>
            <a:r>
              <a:rPr lang="en-US" dirty="0"/>
              <a:t>Small body copy</a:t>
            </a:r>
            <a:endParaRPr dirty="0"/>
          </a:p>
        </p:txBody>
      </p:sp>
      <p:sp>
        <p:nvSpPr>
          <p:cNvPr id="6" name="Text Plac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000" b="0" i="0">
                <a:solidFill>
                  <a:srgbClr val="3C3C3B"/>
                </a:solidFill>
                <a:latin typeface="Arial"/>
                <a:cs typeface="Arial"/>
              </a:defRPr>
            </a:lvl1pPr>
            <a:lvl2pPr>
              <a:buFont typeface="System Font Regular"/>
              <a:buChar char="-"/>
              <a:defRPr sz="1000"/>
            </a:lvl2pPr>
          </a:lstStyle>
          <a:p>
            <a:r>
              <a:rPr lang="en-AU" dirty="0"/>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1981248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 column + image, medium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5670550" cy="738664"/>
          </a:xfrm>
        </p:spPr>
        <p:txBody>
          <a:bodyPr lIns="0" tIns="0" rIns="0" bIns="0"/>
          <a:lstStyle>
            <a:lvl1pPr>
              <a:defRPr sz="2400" b="0" i="0">
                <a:solidFill>
                  <a:srgbClr val="E64626"/>
                </a:solidFill>
                <a:latin typeface="Times" pitchFamily="2" charset="0"/>
                <a:cs typeface="Times New Roman"/>
              </a:defRPr>
            </a:lvl1pPr>
          </a:lstStyle>
          <a:p>
            <a:r>
              <a:rPr lang="en-US" dirty="0"/>
              <a:t>Title, text box and image</a:t>
            </a:r>
            <a:br>
              <a:rPr lang="en-US" dirty="0"/>
            </a:br>
            <a:r>
              <a:rPr lang="en-US" dirty="0"/>
              <a:t>Medium body copy</a:t>
            </a:r>
            <a:endParaRPr dirty="0"/>
          </a:p>
        </p:txBody>
      </p:sp>
      <p:sp>
        <p:nvSpPr>
          <p:cNvPr id="6" name="Text Plac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300" b="0" i="0">
                <a:solidFill>
                  <a:srgbClr val="3C3C3B"/>
                </a:solidFill>
                <a:latin typeface="Arial"/>
                <a:cs typeface="Arial"/>
              </a:defRPr>
            </a:lvl1pPr>
            <a:lvl2pPr>
              <a:buFont typeface="System Font Regular"/>
              <a:buChar char="-"/>
              <a:defRPr sz="1000"/>
            </a:lvl2pPr>
          </a:lstStyle>
          <a:p>
            <a:r>
              <a:rPr lang="en-AU" dirty="0"/>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32647319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 column + image, large body copy 18p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7850" y="736598"/>
            <a:ext cx="5670550" cy="738664"/>
          </a:xfrm>
        </p:spPr>
        <p:txBody>
          <a:bodyPr lIns="0" tIns="0" rIns="0" bIns="0"/>
          <a:lstStyle>
            <a:lvl1pPr>
              <a:defRPr sz="2400" b="0" i="0">
                <a:solidFill>
                  <a:srgbClr val="E64626"/>
                </a:solidFill>
                <a:latin typeface="Times" pitchFamily="2" charset="0"/>
                <a:cs typeface="Times New Roman"/>
              </a:defRPr>
            </a:lvl1pPr>
          </a:lstStyle>
          <a:p>
            <a:r>
              <a:rPr lang="en-US" dirty="0"/>
              <a:t>Title, text box and image</a:t>
            </a:r>
            <a:br>
              <a:rPr lang="en-US" dirty="0"/>
            </a:br>
            <a:r>
              <a:rPr lang="en-US" dirty="0"/>
              <a:t>Large body copy</a:t>
            </a:r>
            <a:endParaRPr dirty="0"/>
          </a:p>
        </p:txBody>
      </p:sp>
      <p:sp>
        <p:nvSpPr>
          <p:cNvPr id="6" nam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1892300" y="1803399"/>
            <a:ext cx="4356100" cy="2781300"/>
          </a:xfrm>
          <a:prstGeom prst="rect">
            <a:avLst/>
          </a:prstGeom>
        </p:spPr>
        <p:txBody>
          <a:bodyPr lIns="0" tIns="0" rIns="0" bIns="0"/>
          <a:lstStyle>
            <a:lvl1pPr marL="171450" indent="-171450">
              <a:buFont typeface="System Font Regular"/>
              <a:buChar char="-"/>
              <a:defRPr sz="1800" b="0" i="0">
                <a:solidFill>
                  <a:srgbClr val="3C3C3B"/>
                </a:solidFill>
                <a:latin typeface="Arial"/>
                <a:cs typeface="Arial"/>
              </a:defRPr>
            </a:lvl1pPr>
            <a:lvl2pPr>
              <a:buFont typeface="System Font Regular"/>
              <a:buChar char="-"/>
              <a:defRPr sz="1000"/>
            </a:lvl2pPr>
          </a:lstStyle>
          <a:p>
            <a:r>
              <a:rPr lang="en-AU" dirty="0"/>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6495810" y="0"/>
            <a:ext cx="2648190" cy="51435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32574887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eading with image 1">
    <p:spTree>
      <p:nvGrpSpPr>
        <p:cNvPr id="1" name=""/>
        <p:cNvGrpSpPr/>
        <p:nvPr/>
      </p:nvGrpSpPr>
      <p:grpSpPr>
        <a:xfrm>
          <a:off x="0" y="0"/>
          <a:ext cx="0" cy="0"/>
          <a:chOff x="0" y="0"/>
          <a:chExt cx="0" cy="0"/>
        </a:xfrm>
      </p:grpSpPr>
      <p:sp>
        <p:nvSpPr>
          <p:cNvPr id="2" name="Holder 2"/>
          <p:cNvSpPr>
            <a:spLocks noGrp="1"/>
          </p:cNvSpPr>
          <p:nvPr>
            <p:ph type="title" hasCustomPrompt="1"/>
          </p:nvPr>
        </p:nvSpPr>
        <p:spPr>
          <a:xfrm>
            <a:off x="5339949" y="763150"/>
            <a:ext cx="3055938" cy="1107996"/>
          </a:xfrm>
        </p:spPr>
        <p:txBody>
          <a:bodyPr lIns="0" tIns="0" rIns="0" bIns="0"/>
          <a:lstStyle>
            <a:lvl1pPr>
              <a:defRPr sz="2400" b="0" i="0">
                <a:solidFill>
                  <a:srgbClr val="E64626"/>
                </a:solidFill>
                <a:latin typeface="Times" pitchFamily="2" charset="0"/>
                <a:cs typeface="Times New Roman"/>
              </a:defRPr>
            </a:lvl1pPr>
          </a:lstStyle>
          <a:p>
            <a:r>
              <a:rPr lang="en-AU" dirty="0"/>
              <a:t>Heading 1</a:t>
            </a:r>
            <a:br>
              <a:rPr lang="en-AU" dirty="0"/>
            </a:br>
            <a:r>
              <a:rPr lang="en-US" dirty="0"/>
              <a:t>Title, text box and image</a:t>
            </a:r>
            <a:br>
              <a:rPr lang="en-US" dirty="0"/>
            </a:br>
            <a:r>
              <a:rPr lang="en-US" dirty="0"/>
              <a:t>Medium body copy</a:t>
            </a:r>
            <a:endParaRPr dirty="0"/>
          </a:p>
        </p:txBody>
      </p:sp>
      <p:sp>
        <p:nvSpPr>
          <p:cNvPr id="7" name="object 8">
            <a:extLst>
              <a:ext uri="{FF2B5EF4-FFF2-40B4-BE49-F238E27FC236}">
                <a16:creationId xmlns:a16="http://schemas.microsoft.com/office/drawing/2014/main" id="{CA7413FA-6408-3254-1779-682CAAAE9ECF}"/>
              </a:ext>
            </a:extLst>
          </p:cNvPr>
          <p:cNvSpPr/>
          <p:nvPr userDrawn="1"/>
        </p:nvSpPr>
        <p:spPr>
          <a:xfrm>
            <a:off x="5339949" y="574675"/>
            <a:ext cx="9144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a:p>
        </p:txBody>
      </p:sp>
      <p:sp>
        <p:nvSpPr>
          <p:cNvPr id="9" name="Picture Placeholder 6">
            <a:extLst>
              <a:ext uri="{FF2B5EF4-FFF2-40B4-BE49-F238E27FC236}">
                <a16:creationId xmlns:a16="http://schemas.microsoft.com/office/drawing/2014/main" id="{3E7C6475-9E09-2C25-60AA-C01FFE5493AC}"/>
              </a:ext>
            </a:extLst>
          </p:cNvPr>
          <p:cNvSpPr>
            <a:spLocks noGrp="1"/>
          </p:cNvSpPr>
          <p:nvPr>
            <p:ph type="pic" sz="quarter" idx="10" hasCustomPrompt="1"/>
          </p:nvPr>
        </p:nvSpPr>
        <p:spPr>
          <a:xfrm>
            <a:off x="1" y="0"/>
            <a:ext cx="4571999" cy="51435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4" name="Text Placeholder 5">
            <a:extLst>
              <a:ext uri="{FF2B5EF4-FFF2-40B4-BE49-F238E27FC236}">
                <a16:creationId xmlns:a16="http://schemas.microsoft.com/office/drawing/2014/main" id="{C690FE27-A077-176C-683F-060F8B919BAD}"/>
              </a:ext>
            </a:extLst>
          </p:cNvPr>
          <p:cNvSpPr>
            <a:spLocks noGrp="1"/>
          </p:cNvSpPr>
          <p:nvPr>
            <p:ph type="body" sz="quarter" idx="11"/>
          </p:nvPr>
        </p:nvSpPr>
        <p:spPr>
          <a:xfrm>
            <a:off x="5339948" y="2130182"/>
            <a:ext cx="3055937" cy="20701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692226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eading with imag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763150"/>
            <a:ext cx="3055938" cy="1107996"/>
          </a:xfrm>
        </p:spPr>
        <p:txBody>
          <a:bodyPr lIns="0" tIns="0" rIns="0" bIns="0"/>
          <a:lstStyle>
            <a:lvl1pPr>
              <a:defRPr sz="2400" b="0" i="0">
                <a:solidFill>
                  <a:srgbClr val="E64626"/>
                </a:solidFill>
                <a:latin typeface="Times" pitchFamily="2" charset="0"/>
                <a:cs typeface="Times New Roman"/>
              </a:defRPr>
            </a:lvl1pPr>
          </a:lstStyle>
          <a:p>
            <a:r>
              <a:rPr lang="en-AU" dirty="0"/>
              <a:t>Heading 2</a:t>
            </a:r>
            <a:br>
              <a:rPr lang="en-AU" dirty="0"/>
            </a:br>
            <a:r>
              <a:rPr lang="en-US" dirty="0"/>
              <a:t>Title, text box and image</a:t>
            </a:r>
            <a:br>
              <a:rPr lang="en-US" dirty="0"/>
            </a:br>
            <a:r>
              <a:rPr lang="en-US" dirty="0"/>
              <a:t>Medium body copy</a:t>
            </a:r>
            <a:endParaRPr dirty="0"/>
          </a:p>
        </p:txBody>
      </p:sp>
      <p:sp>
        <p:nvSpPr>
          <p:cNvPr id="4" name="Text Placeholder 2">
            <a:extLst>
              <a:ext uri="{FF2B5EF4-FFF2-40B4-BE49-F238E27FC236}">
                <a16:creationId xmlns:a16="http://schemas.microsoft.com/office/drawing/2014/main" id="{763C846B-3BBC-0A9B-343F-8DA8440D4F9F}"/>
              </a:ext>
            </a:extLst>
          </p:cNvPr>
          <p:cNvSpPr>
            <a:spLocks noGrp="1"/>
          </p:cNvSpPr>
          <p:nvPr>
            <p:ph type="body" sz="quarter" idx="11"/>
          </p:nvPr>
        </p:nvSpPr>
        <p:spPr>
          <a:xfrm>
            <a:off x="571501" y="2130182"/>
            <a:ext cx="3055937" cy="20701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Picture Placeholder 3">
            <a:extLst>
              <a:ext uri="{FF2B5EF4-FFF2-40B4-BE49-F238E27FC236}">
                <a16:creationId xmlns:a16="http://schemas.microsoft.com/office/drawing/2014/main" id="{9223EA41-0E53-E4BC-82D3-F2D428AADB07}"/>
              </a:ext>
            </a:extLst>
          </p:cNvPr>
          <p:cNvSpPr>
            <a:spLocks noGrp="1"/>
          </p:cNvSpPr>
          <p:nvPr>
            <p:ph type="pic" sz="quarter" idx="10" hasCustomPrompt="1"/>
          </p:nvPr>
        </p:nvSpPr>
        <p:spPr>
          <a:xfrm>
            <a:off x="4562082" y="0"/>
            <a:ext cx="4581917" cy="51435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21334476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Heading with image 3">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06AF4810-CD2A-169B-7819-02D6EDE188AA}"/>
              </a:ext>
              <a:ext uri="{C183D7F6-B498-43B3-948B-1728B52AA6E4}">
                <adec:decorative xmlns:adec="http://schemas.microsoft.com/office/drawing/2017/decorative" val="1"/>
              </a:ext>
            </a:extLst>
          </p:cNvPr>
          <p:cNvSpPr/>
          <p:nvPr userDrawn="1"/>
        </p:nvSpPr>
        <p:spPr>
          <a:xfrm>
            <a:off x="-10677" y="0"/>
            <a:ext cx="4562082"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0">
            <a:extLst>
              <a:ext uri="{FF2B5EF4-FFF2-40B4-BE49-F238E27FC236}">
                <a16:creationId xmlns:a16="http://schemas.microsoft.com/office/drawing/2014/main" id="{CA7413FA-6408-3254-1779-682CAAAE9ECF}"/>
              </a:ext>
            </a:extLst>
          </p:cNvPr>
          <p:cNvSpPr/>
          <p:nvPr userDrawn="1"/>
        </p:nvSpPr>
        <p:spPr>
          <a:xfrm>
            <a:off x="571500" y="574675"/>
            <a:ext cx="9144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a:p>
        </p:txBody>
      </p:sp>
      <p:sp>
        <p:nvSpPr>
          <p:cNvPr id="2" name="Title: 1"/>
          <p:cNvSpPr>
            <a:spLocks noGrp="1"/>
          </p:cNvSpPr>
          <p:nvPr>
            <p:ph type="title" hasCustomPrompt="1"/>
          </p:nvPr>
        </p:nvSpPr>
        <p:spPr>
          <a:xfrm>
            <a:off x="571500" y="763150"/>
            <a:ext cx="3055938" cy="1107996"/>
          </a:xfrm>
        </p:spPr>
        <p:txBody>
          <a:bodyPr lIns="0" tIns="0" rIns="0" bIns="0"/>
          <a:lstStyle>
            <a:lvl1pPr>
              <a:defRPr sz="2400" b="0" i="0">
                <a:solidFill>
                  <a:srgbClr val="E64626"/>
                </a:solidFill>
                <a:latin typeface="Times" pitchFamily="2" charset="0"/>
                <a:cs typeface="Times New Roman"/>
              </a:defRPr>
            </a:lvl1pPr>
          </a:lstStyle>
          <a:p>
            <a:r>
              <a:rPr lang="en-AU" dirty="0"/>
              <a:t>Heading 3</a:t>
            </a:r>
            <a:br>
              <a:rPr lang="en-AU" dirty="0"/>
            </a:br>
            <a:r>
              <a:rPr lang="en-US" dirty="0"/>
              <a:t>Title, text box and image</a:t>
            </a:r>
            <a:br>
              <a:rPr lang="en-US" dirty="0"/>
            </a:br>
            <a:r>
              <a:rPr lang="en-US" dirty="0"/>
              <a:t>Medium body copy</a:t>
            </a:r>
            <a:endParaRPr dirty="0"/>
          </a:p>
        </p:txBody>
      </p:sp>
      <p:sp>
        <p:nvSpPr>
          <p:cNvPr id="5" name="Text Placeholder 2">
            <a:extLst>
              <a:ext uri="{FF2B5EF4-FFF2-40B4-BE49-F238E27FC236}">
                <a16:creationId xmlns:a16="http://schemas.microsoft.com/office/drawing/2014/main" id="{5A9B2E54-042A-B95A-337E-B5C4C9A5CCD2}"/>
              </a:ext>
            </a:extLst>
          </p:cNvPr>
          <p:cNvSpPr>
            <a:spLocks noGrp="1"/>
          </p:cNvSpPr>
          <p:nvPr>
            <p:ph type="body" sz="quarter" idx="11"/>
          </p:nvPr>
        </p:nvSpPr>
        <p:spPr>
          <a:xfrm>
            <a:off x="571500" y="2130182"/>
            <a:ext cx="3055937" cy="20701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Picture Placeholder 3">
            <a:extLst>
              <a:ext uri="{FF2B5EF4-FFF2-40B4-BE49-F238E27FC236}">
                <a16:creationId xmlns:a16="http://schemas.microsoft.com/office/drawing/2014/main" id="{BF473830-12BA-DF64-1A9E-1CAE3632CA09}"/>
              </a:ext>
            </a:extLst>
          </p:cNvPr>
          <p:cNvSpPr>
            <a:spLocks noGrp="1"/>
          </p:cNvSpPr>
          <p:nvPr>
            <p:ph type="pic" sz="quarter" idx="10" hasCustomPrompt="1"/>
          </p:nvPr>
        </p:nvSpPr>
        <p:spPr>
          <a:xfrm>
            <a:off x="4562082" y="0"/>
            <a:ext cx="4581918" cy="51435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20855120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ing with image 4">
    <p:spTree>
      <p:nvGrpSpPr>
        <p:cNvPr id="1" name=""/>
        <p:cNvGrpSpPr/>
        <p:nvPr/>
      </p:nvGrpSpPr>
      <p:grpSpPr>
        <a:xfrm>
          <a:off x="0" y="0"/>
          <a:ext cx="0" cy="0"/>
          <a:chOff x="0" y="0"/>
          <a:chExt cx="0" cy="0"/>
        </a:xfrm>
      </p:grpSpPr>
      <p:sp>
        <p:nvSpPr>
          <p:cNvPr id="7" name="object 0">
            <a:extLst>
              <a:ext uri="{FF2B5EF4-FFF2-40B4-BE49-F238E27FC236}">
                <a16:creationId xmlns:a16="http://schemas.microsoft.com/office/drawing/2014/main" id="{CA7413FA-6408-3254-1779-682CAAAE9ECF}"/>
              </a:ext>
              <a:ext uri="{C183D7F6-B498-43B3-948B-1728B52AA6E4}">
                <adec:decorative xmlns:adec="http://schemas.microsoft.com/office/drawing/2017/decorative" val="1"/>
              </a:ext>
            </a:extLst>
          </p:cNvPr>
          <p:cNvSpPr/>
          <p:nvPr userDrawn="1"/>
        </p:nvSpPr>
        <p:spPr>
          <a:xfrm>
            <a:off x="571500" y="590550"/>
            <a:ext cx="9144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a:p>
        </p:txBody>
      </p:sp>
      <p:sp>
        <p:nvSpPr>
          <p:cNvPr id="4" name="Rectangle 0">
            <a:extLst>
              <a:ext uri="{FF2B5EF4-FFF2-40B4-BE49-F238E27FC236}">
                <a16:creationId xmlns:a16="http://schemas.microsoft.com/office/drawing/2014/main" id="{D01AF305-2512-8B00-F76B-C57D232745EB}"/>
              </a:ext>
              <a:ext uri="{C183D7F6-B498-43B3-948B-1728B52AA6E4}">
                <adec:decorative xmlns:adec="http://schemas.microsoft.com/office/drawing/2017/decorative" val="1"/>
              </a:ext>
            </a:extLst>
          </p:cNvPr>
          <p:cNvSpPr/>
          <p:nvPr userDrawn="1"/>
        </p:nvSpPr>
        <p:spPr>
          <a:xfrm>
            <a:off x="0" y="0"/>
            <a:ext cx="4562082" cy="51435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79025"/>
            <a:ext cx="3055938" cy="1107996"/>
          </a:xfrm>
        </p:spPr>
        <p:txBody>
          <a:bodyPr lIns="0" tIns="0" rIns="0" bIns="0"/>
          <a:lstStyle>
            <a:lvl1pPr>
              <a:defRPr sz="2400" b="0" i="0">
                <a:solidFill>
                  <a:schemeClr val="bg1"/>
                </a:solidFill>
                <a:latin typeface="Times" pitchFamily="2" charset="0"/>
                <a:cs typeface="Times New Roman"/>
              </a:defRPr>
            </a:lvl1pPr>
          </a:lstStyle>
          <a:p>
            <a:r>
              <a:rPr lang="en-AU" dirty="0"/>
              <a:t>Heading 4</a:t>
            </a:r>
            <a:br>
              <a:rPr lang="en-AU" dirty="0"/>
            </a:br>
            <a:r>
              <a:rPr lang="en-US" dirty="0"/>
              <a:t>Title, text box and image</a:t>
            </a:r>
            <a:br>
              <a:rPr lang="en-US" dirty="0"/>
            </a:br>
            <a:r>
              <a:rPr lang="en-US" dirty="0"/>
              <a:t>Medium body copy</a:t>
            </a:r>
            <a:endParaRPr dirty="0"/>
          </a:p>
        </p:txBody>
      </p:sp>
      <p:sp>
        <p:nvSpPr>
          <p:cNvPr id="5" name="Text Placeholder 2">
            <a:extLst>
              <a:ext uri="{FF2B5EF4-FFF2-40B4-BE49-F238E27FC236}">
                <a16:creationId xmlns:a16="http://schemas.microsoft.com/office/drawing/2014/main" id="{8A1A2B76-7231-1188-47F7-90C1CBB05242}"/>
              </a:ext>
            </a:extLst>
          </p:cNvPr>
          <p:cNvSpPr>
            <a:spLocks noGrp="1"/>
          </p:cNvSpPr>
          <p:nvPr>
            <p:ph type="body" sz="quarter" idx="11"/>
          </p:nvPr>
        </p:nvSpPr>
        <p:spPr>
          <a:xfrm>
            <a:off x="571501" y="2146057"/>
            <a:ext cx="3055937" cy="2070100"/>
          </a:xfrm>
        </p:spPr>
        <p:txBody>
          <a:bodyPr/>
          <a:lstStyle>
            <a:lvl1pPr marL="171450" indent="-171450">
              <a:buClr>
                <a:schemeClr val="bg1"/>
              </a:buClr>
              <a:buFont typeface="System Font Regular"/>
              <a:buChar char="-"/>
              <a:defRPr sz="1300">
                <a:solidFill>
                  <a:schemeClr val="bg1"/>
                </a:solidFill>
              </a:defRPr>
            </a:lvl1pPr>
            <a:lvl2pPr marL="628650" indent="-171450">
              <a:buClr>
                <a:schemeClr val="bg1"/>
              </a:buClr>
              <a:buFont typeface="System Font Regular"/>
              <a:buChar char="-"/>
              <a:defRPr sz="1300">
                <a:solidFill>
                  <a:schemeClr val="bg1"/>
                </a:solidFill>
              </a:defRPr>
            </a:lvl2pPr>
            <a:lvl3pPr marL="1085850" indent="-171450">
              <a:buClr>
                <a:schemeClr val="bg1"/>
              </a:buClr>
              <a:buFont typeface="System Font Regular"/>
              <a:buChar char="-"/>
              <a:defRPr sz="1300">
                <a:solidFill>
                  <a:schemeClr val="bg1"/>
                </a:solidFill>
              </a:defRPr>
            </a:lvl3pPr>
            <a:lvl4pPr marL="1543050" indent="-171450">
              <a:buClr>
                <a:schemeClr val="bg1"/>
              </a:buClr>
              <a:buFont typeface="System Font Regular"/>
              <a:buChar char="-"/>
              <a:defRPr sz="1300">
                <a:solidFill>
                  <a:schemeClr val="bg1"/>
                </a:solidFill>
              </a:defRPr>
            </a:lvl4pPr>
            <a:lvl5pPr marL="2000250" indent="-171450">
              <a:buClr>
                <a:schemeClr val="bg1"/>
              </a:buClr>
              <a:buFont typeface="System Font Regular"/>
              <a:buChar char="-"/>
              <a:defRPr sz="1300">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Picture Placeholder 3">
            <a:extLst>
              <a:ext uri="{FF2B5EF4-FFF2-40B4-BE49-F238E27FC236}">
                <a16:creationId xmlns:a16="http://schemas.microsoft.com/office/drawing/2014/main" id="{E01BB514-CFB3-0A62-D442-0367254D28E0}"/>
              </a:ext>
            </a:extLst>
          </p:cNvPr>
          <p:cNvSpPr>
            <a:spLocks noGrp="1"/>
          </p:cNvSpPr>
          <p:nvPr>
            <p:ph type="pic" sz="quarter" idx="10" hasCustomPrompt="1"/>
          </p:nvPr>
        </p:nvSpPr>
        <p:spPr>
          <a:xfrm>
            <a:off x="4562082" y="0"/>
            <a:ext cx="4581918" cy="51435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284563194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Heading with images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8585A7-12B9-F7BC-085D-8B7FD93ECD26}"/>
              </a:ext>
              <a:ext uri="{C183D7F6-B498-43B3-948B-1728B52AA6E4}">
                <adec:decorative xmlns:adec="http://schemas.microsoft.com/office/drawing/2017/decorative" val="1"/>
              </a:ext>
            </a:extLst>
          </p:cNvPr>
          <p:cNvSpPr/>
          <p:nvPr userDrawn="1"/>
        </p:nvSpPr>
        <p:spPr>
          <a:xfrm>
            <a:off x="3882842" y="0"/>
            <a:ext cx="5261158"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79025"/>
            <a:ext cx="3055938" cy="1107996"/>
          </a:xfrm>
        </p:spPr>
        <p:txBody>
          <a:bodyPr lIns="0" tIns="0" rIns="0" bIns="0"/>
          <a:lstStyle>
            <a:lvl1pPr>
              <a:defRPr sz="2400" b="0" i="0">
                <a:solidFill>
                  <a:srgbClr val="E64626"/>
                </a:solidFill>
                <a:latin typeface="Times" pitchFamily="2" charset="0"/>
                <a:cs typeface="Times New Roman"/>
              </a:defRPr>
            </a:lvl1pPr>
          </a:lstStyle>
          <a:p>
            <a:r>
              <a:rPr lang="en-AU" dirty="0"/>
              <a:t>Heading 5</a:t>
            </a:r>
            <a:br>
              <a:rPr lang="en-AU" dirty="0"/>
            </a:br>
            <a:r>
              <a:rPr lang="en-US" dirty="0"/>
              <a:t>Title, text box + images</a:t>
            </a:r>
            <a:br>
              <a:rPr lang="en-US" dirty="0"/>
            </a:br>
            <a:r>
              <a:rPr lang="en-US" dirty="0"/>
              <a:t>Medium body copy</a:t>
            </a:r>
            <a:endParaRPr dirty="0"/>
          </a:p>
        </p:txBody>
      </p:sp>
      <p:sp>
        <p:nvSpPr>
          <p:cNvPr id="4" name="Text Placeholder 2">
            <a:extLst>
              <a:ext uri="{FF2B5EF4-FFF2-40B4-BE49-F238E27FC236}">
                <a16:creationId xmlns:a16="http://schemas.microsoft.com/office/drawing/2014/main" id="{86260F83-22E0-FB93-2602-46785993E99A}"/>
              </a:ext>
            </a:extLst>
          </p:cNvPr>
          <p:cNvSpPr>
            <a:spLocks noGrp="1"/>
          </p:cNvSpPr>
          <p:nvPr>
            <p:ph type="body" sz="quarter" idx="14"/>
          </p:nvPr>
        </p:nvSpPr>
        <p:spPr>
          <a:xfrm>
            <a:off x="587071" y="2146057"/>
            <a:ext cx="3055937" cy="2070100"/>
          </a:xfrm>
        </p:spPr>
        <p:txBody>
          <a:bodyPr/>
          <a:lstStyle>
            <a:lvl1pPr marL="171450" indent="-171450">
              <a:buClr>
                <a:schemeClr val="tx1"/>
              </a:buClr>
              <a:buFont typeface="System Font Regular"/>
              <a:buChar char="-"/>
              <a:defRPr sz="1300"/>
            </a:lvl1pPr>
            <a:lvl2pPr marL="628650" indent="-171450">
              <a:buClr>
                <a:schemeClr val="tx1"/>
              </a:buClr>
              <a:buFont typeface="System Font Regular"/>
              <a:buChar char="-"/>
              <a:defRPr sz="1300"/>
            </a:lvl2pPr>
            <a:lvl3pPr marL="1085850" indent="-171450">
              <a:buClr>
                <a:schemeClr val="tx1"/>
              </a:buClr>
              <a:buFont typeface="System Font Regular"/>
              <a:buChar char="-"/>
              <a:defRPr sz="1300"/>
            </a:lvl3pPr>
            <a:lvl4pPr marL="1543050" indent="-171450">
              <a:buClr>
                <a:schemeClr val="tx1"/>
              </a:buClr>
              <a:buFont typeface="System Font Regular"/>
              <a:buChar char="-"/>
              <a:defRPr sz="1300"/>
            </a:lvl4pPr>
            <a:lvl5pPr marL="2000250" indent="-171450">
              <a:buClr>
                <a:schemeClr val="tx1"/>
              </a:buClr>
              <a:buFont typeface="System Font Regular"/>
              <a:buChar char="-"/>
              <a:defRPr sz="13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2" name="Picture Placeholder 3">
            <a:extLst>
              <a:ext uri="{FF2B5EF4-FFF2-40B4-BE49-F238E27FC236}">
                <a16:creationId xmlns:a16="http://schemas.microsoft.com/office/drawing/2014/main" id="{FA3D8C20-B9F8-111A-7311-B7F42789D49C}"/>
              </a:ext>
            </a:extLst>
          </p:cNvPr>
          <p:cNvSpPr>
            <a:spLocks noGrp="1"/>
          </p:cNvSpPr>
          <p:nvPr>
            <p:ph type="pic" sz="quarter" idx="10" hasCustomPrompt="1"/>
          </p:nvPr>
        </p:nvSpPr>
        <p:spPr>
          <a:xfrm>
            <a:off x="4442651" y="577850"/>
            <a:ext cx="1996249" cy="1929263"/>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3" name="Picture Placeholder 4">
            <a:extLst>
              <a:ext uri="{FF2B5EF4-FFF2-40B4-BE49-F238E27FC236}">
                <a16:creationId xmlns:a16="http://schemas.microsoft.com/office/drawing/2014/main" id="{E67DE4A2-A084-6CFF-A647-B7F40F5B3287}"/>
              </a:ext>
            </a:extLst>
          </p:cNvPr>
          <p:cNvSpPr>
            <a:spLocks noGrp="1"/>
          </p:cNvSpPr>
          <p:nvPr>
            <p:ph type="pic" sz="quarter" idx="11" hasCustomPrompt="1"/>
          </p:nvPr>
        </p:nvSpPr>
        <p:spPr>
          <a:xfrm>
            <a:off x="6568993" y="577850"/>
            <a:ext cx="1996249" cy="1929263"/>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4" name="Picture Placeholder 5">
            <a:extLst>
              <a:ext uri="{FF2B5EF4-FFF2-40B4-BE49-F238E27FC236}">
                <a16:creationId xmlns:a16="http://schemas.microsoft.com/office/drawing/2014/main" id="{047206EB-D996-0FD4-E065-E9595D10C045}"/>
              </a:ext>
            </a:extLst>
          </p:cNvPr>
          <p:cNvSpPr>
            <a:spLocks noGrp="1"/>
          </p:cNvSpPr>
          <p:nvPr>
            <p:ph type="pic" sz="quarter" idx="12" hasCustomPrompt="1"/>
          </p:nvPr>
        </p:nvSpPr>
        <p:spPr>
          <a:xfrm>
            <a:off x="4442651" y="2636387"/>
            <a:ext cx="1996249" cy="1929263"/>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5" name="Picture Placeholder 6">
            <a:extLst>
              <a:ext uri="{FF2B5EF4-FFF2-40B4-BE49-F238E27FC236}">
                <a16:creationId xmlns:a16="http://schemas.microsoft.com/office/drawing/2014/main" id="{1EDA01D0-B9B6-53CA-5A69-95C997DC2BFB}"/>
              </a:ext>
            </a:extLst>
          </p:cNvPr>
          <p:cNvSpPr>
            <a:spLocks noGrp="1"/>
          </p:cNvSpPr>
          <p:nvPr>
            <p:ph type="pic" sz="quarter" idx="13" hasCustomPrompt="1"/>
          </p:nvPr>
        </p:nvSpPr>
        <p:spPr>
          <a:xfrm>
            <a:off x="6568993" y="2636387"/>
            <a:ext cx="1996249" cy="1929263"/>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27143423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eading with images 6">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742950"/>
            <a:ext cx="7993742" cy="381000"/>
          </a:xfrm>
        </p:spPr>
        <p:txBody>
          <a:bodyPr lIns="0" tIns="0" rIns="0" bIns="0"/>
          <a:lstStyle>
            <a:lvl1pPr>
              <a:defRPr sz="2400" b="0" i="0">
                <a:solidFill>
                  <a:srgbClr val="E64626"/>
                </a:solidFill>
                <a:latin typeface="Times" pitchFamily="2" charset="0"/>
                <a:cs typeface="Times New Roman"/>
              </a:defRPr>
            </a:lvl1pPr>
          </a:lstStyle>
          <a:p>
            <a:r>
              <a:rPr lang="en-AU" dirty="0"/>
              <a:t>Heading 6 – single line</a:t>
            </a:r>
            <a:endParaRPr dirty="0"/>
          </a:p>
        </p:txBody>
      </p:sp>
      <p:sp>
        <p:nvSpPr>
          <p:cNvPr id="22" name="Picture Placeholder 2">
            <a:extLst>
              <a:ext uri="{FF2B5EF4-FFF2-40B4-BE49-F238E27FC236}">
                <a16:creationId xmlns:a16="http://schemas.microsoft.com/office/drawing/2014/main" id="{FA3D8C20-B9F8-111A-7311-B7F42789D49C}"/>
              </a:ext>
            </a:extLst>
          </p:cNvPr>
          <p:cNvSpPr>
            <a:spLocks noGrp="1"/>
          </p:cNvSpPr>
          <p:nvPr>
            <p:ph type="pic" sz="quarter" idx="10" hasCustomPrompt="1"/>
          </p:nvPr>
        </p:nvSpPr>
        <p:spPr>
          <a:xfrm>
            <a:off x="571500" y="1436723"/>
            <a:ext cx="2880000" cy="2961253"/>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19" name="Picture Placeholder 3">
            <a:extLst>
              <a:ext uri="{FF2B5EF4-FFF2-40B4-BE49-F238E27FC236}">
                <a16:creationId xmlns:a16="http://schemas.microsoft.com/office/drawing/2014/main" id="{3F9157D3-AB43-6EAD-7F21-F164319B311D}"/>
              </a:ext>
            </a:extLst>
          </p:cNvPr>
          <p:cNvSpPr>
            <a:spLocks noGrp="1"/>
          </p:cNvSpPr>
          <p:nvPr>
            <p:ph type="pic" sz="quarter" idx="15" hasCustomPrompt="1"/>
          </p:nvPr>
        </p:nvSpPr>
        <p:spPr>
          <a:xfrm>
            <a:off x="3574627" y="1434554"/>
            <a:ext cx="1998000" cy="14040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4" name="Picture Placeholder 4">
            <a:extLst>
              <a:ext uri="{FF2B5EF4-FFF2-40B4-BE49-F238E27FC236}">
                <a16:creationId xmlns:a16="http://schemas.microsoft.com/office/drawing/2014/main" id="{047206EB-D996-0FD4-E065-E9595D10C045}"/>
              </a:ext>
            </a:extLst>
          </p:cNvPr>
          <p:cNvSpPr>
            <a:spLocks noGrp="1"/>
          </p:cNvSpPr>
          <p:nvPr>
            <p:ph type="pic" sz="quarter" idx="12" hasCustomPrompt="1"/>
          </p:nvPr>
        </p:nvSpPr>
        <p:spPr>
          <a:xfrm>
            <a:off x="3574628" y="2957976"/>
            <a:ext cx="1996249" cy="14400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16" name="Picture Placeholder 5">
            <a:extLst>
              <a:ext uri="{FF2B5EF4-FFF2-40B4-BE49-F238E27FC236}">
                <a16:creationId xmlns:a16="http://schemas.microsoft.com/office/drawing/2014/main" id="{379C8713-47DB-6665-EC36-148C9CB7B0C5}"/>
              </a:ext>
            </a:extLst>
          </p:cNvPr>
          <p:cNvSpPr>
            <a:spLocks noGrp="1"/>
          </p:cNvSpPr>
          <p:nvPr>
            <p:ph type="pic" sz="quarter" idx="14" hasCustomPrompt="1"/>
          </p:nvPr>
        </p:nvSpPr>
        <p:spPr>
          <a:xfrm>
            <a:off x="5686150" y="1436723"/>
            <a:ext cx="2880000" cy="2961253"/>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3" name="Text Placeholder 6"/>
          <p:cNvSpPr>
            <a:spLocks noGrp="1"/>
          </p:cNvSpPr>
          <p:nvPr>
            <p:ph type="body" idx="1"/>
          </p:nvPr>
        </p:nvSpPr>
        <p:spPr>
          <a:xfrm>
            <a:off x="571500" y="4476750"/>
            <a:ext cx="7994650" cy="218174"/>
          </a:xfrm>
          <a:prstGeom prst="rect">
            <a:avLst/>
          </a:prstGeom>
        </p:spPr>
        <p:txBody>
          <a:bodyPr lIns="0" tIns="0" rIns="0" bIns="0" numCol="1" spcCol="252000"/>
          <a:lstStyle>
            <a:lvl1pPr marL="0" indent="0">
              <a:buFontTx/>
              <a:buNone/>
              <a:defRPr sz="700" b="0" i="0">
                <a:solidFill>
                  <a:srgbClr val="3C3C3B"/>
                </a:solidFill>
                <a:latin typeface="Arial"/>
                <a:cs typeface="Arial"/>
              </a:defRPr>
            </a:lvl1pPr>
          </a:lstStyle>
          <a:p>
            <a:endParaRPr dirty="0"/>
          </a:p>
        </p:txBody>
      </p:sp>
    </p:spTree>
    <p:extLst>
      <p:ext uri="{BB962C8B-B14F-4D97-AF65-F5344CB8AC3E}">
        <p14:creationId xmlns:p14="http://schemas.microsoft.com/office/powerpoint/2010/main" val="8010544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peaker bios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7850" y="736598"/>
            <a:ext cx="7988300" cy="369332"/>
          </a:xfrm>
        </p:spPr>
        <p:txBody>
          <a:bodyPr lIns="0" tIns="0" rIns="0" bIns="0"/>
          <a:lstStyle>
            <a:lvl1pPr>
              <a:defRPr sz="2400" b="0" i="0">
                <a:solidFill>
                  <a:srgbClr val="E64626"/>
                </a:solidFill>
                <a:latin typeface="Times" pitchFamily="2" charset="0"/>
                <a:cs typeface="Times New Roman"/>
              </a:defRPr>
            </a:lvl1pPr>
          </a:lstStyle>
          <a:p>
            <a:r>
              <a:rPr lang="en-US" dirty="0"/>
              <a:t>Speaker bios with image</a:t>
            </a:r>
            <a:endParaRPr dirty="0"/>
          </a:p>
        </p:txBody>
      </p:sp>
      <p:sp>
        <p:nvSpPr>
          <p:cNvPr id="25" name="Picture Placeholder 2">
            <a:extLst>
              <a:ext uri="{FF2B5EF4-FFF2-40B4-BE49-F238E27FC236}">
                <a16:creationId xmlns:a16="http://schemas.microsoft.com/office/drawing/2014/main" id="{4BEE90D4-8B0A-FDDF-BF6B-72D8DFDC897A}"/>
              </a:ext>
            </a:extLst>
          </p:cNvPr>
          <p:cNvSpPr>
            <a:spLocks noGrp="1"/>
          </p:cNvSpPr>
          <p:nvPr>
            <p:ph type="pic" sz="quarter" idx="10" hasCustomPrompt="1"/>
          </p:nvPr>
        </p:nvSpPr>
        <p:spPr>
          <a:xfrm>
            <a:off x="1892173" y="1410798"/>
            <a:ext cx="1322070" cy="12192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16" name="Text Placeholder 3">
            <a:extLst>
              <a:ext uri="{FF2B5EF4-FFF2-40B4-BE49-F238E27FC236}">
                <a16:creationId xmlns:a16="http://schemas.microsoft.com/office/drawing/2014/main" id="{744D6788-A0C0-B174-4895-15A2149AC77C}"/>
              </a:ext>
            </a:extLst>
          </p:cNvPr>
          <p:cNvSpPr>
            <a:spLocks noGrp="1"/>
          </p:cNvSpPr>
          <p:nvPr>
            <p:ph type="body" idx="14" hasCustomPrompt="1"/>
          </p:nvPr>
        </p:nvSpPr>
        <p:spPr>
          <a:xfrm>
            <a:off x="1892173"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dirty="0">
                <a:solidFill>
                  <a:srgbClr val="3C3C3B"/>
                </a:solidFill>
                <a:latin typeface="Arial"/>
                <a:cs typeface="Arial"/>
              </a:rPr>
              <a:t>First Last 10pt Arial</a:t>
            </a:r>
          </a:p>
          <a:p>
            <a:r>
              <a:rPr lang="en-AU" sz="1000" dirty="0">
                <a:solidFill>
                  <a:srgbClr val="3C3C3B"/>
                </a:solidFill>
                <a:latin typeface="Arial"/>
                <a:cs typeface="Arial"/>
              </a:rPr>
              <a:t>Title goes here 10pt Times</a:t>
            </a:r>
            <a:endParaRPr dirty="0"/>
          </a:p>
        </p:txBody>
      </p:sp>
      <p:sp>
        <p:nvSpPr>
          <p:cNvPr id="3" name="Text Placeholder 4"/>
          <p:cNvSpPr>
            <a:spLocks noGrp="1"/>
          </p:cNvSpPr>
          <p:nvPr>
            <p:ph type="body" idx="1" hasCustomPrompt="1"/>
          </p:nvPr>
        </p:nvSpPr>
        <p:spPr>
          <a:xfrm>
            <a:off x="1892173"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dirty="0">
                <a:solidFill>
                  <a:srgbClr val="3C3C3B"/>
                </a:solidFill>
                <a:latin typeface="Arial"/>
                <a:cs typeface="Arial"/>
              </a:rPr>
              <a:t>Body</a:t>
            </a:r>
            <a:r>
              <a:rPr lang="en-AU" sz="1000" spc="-5" dirty="0">
                <a:solidFill>
                  <a:srgbClr val="3C3C3B"/>
                </a:solidFill>
                <a:latin typeface="Arial"/>
                <a:cs typeface="Arial"/>
              </a:rPr>
              <a:t> </a:t>
            </a:r>
            <a:r>
              <a:rPr lang="en-AU" sz="1000" dirty="0">
                <a:solidFill>
                  <a:srgbClr val="3C3C3B"/>
                </a:solidFill>
                <a:latin typeface="Arial"/>
                <a:cs typeface="Arial"/>
              </a:rPr>
              <a:t>copy</a:t>
            </a:r>
            <a:r>
              <a:rPr lang="en-AU" sz="1000" spc="-5" dirty="0">
                <a:solidFill>
                  <a:srgbClr val="3C3C3B"/>
                </a:solidFill>
                <a:latin typeface="Arial"/>
                <a:cs typeface="Arial"/>
              </a:rPr>
              <a:t> </a:t>
            </a:r>
            <a:r>
              <a:rPr lang="en-AU" sz="1000" dirty="0">
                <a:solidFill>
                  <a:srgbClr val="3C3C3B"/>
                </a:solidFill>
                <a:latin typeface="Arial"/>
                <a:cs typeface="Arial"/>
              </a:rPr>
              <a:t>small</a:t>
            </a:r>
            <a:r>
              <a:rPr lang="en-AU" sz="1000" spc="-10" dirty="0">
                <a:solidFill>
                  <a:srgbClr val="3C3C3B"/>
                </a:solidFill>
                <a:latin typeface="Arial"/>
                <a:cs typeface="Arial"/>
              </a:rPr>
              <a:t> </a:t>
            </a:r>
            <a:r>
              <a:rPr lang="en-AU" sz="1000" dirty="0">
                <a:solidFill>
                  <a:srgbClr val="3C3C3B"/>
                </a:solidFill>
                <a:latin typeface="Arial"/>
                <a:cs typeface="Arial"/>
              </a:rPr>
              <a:t>10pt</a:t>
            </a:r>
            <a:endParaRPr dirty="0"/>
          </a:p>
        </p:txBody>
      </p:sp>
      <p:sp>
        <p:nvSpPr>
          <p:cNvPr id="26" name="Picture Placeholder 5">
            <a:extLst>
              <a:ext uri="{FF2B5EF4-FFF2-40B4-BE49-F238E27FC236}">
                <a16:creationId xmlns:a16="http://schemas.microsoft.com/office/drawing/2014/main" id="{5F9DD4CC-F211-99E0-B144-C7DF316647C9}"/>
              </a:ext>
            </a:extLst>
          </p:cNvPr>
          <p:cNvSpPr>
            <a:spLocks noGrp="1"/>
          </p:cNvSpPr>
          <p:nvPr>
            <p:ph type="pic" sz="quarter" idx="21" hasCustomPrompt="1"/>
          </p:nvPr>
        </p:nvSpPr>
        <p:spPr>
          <a:xfrm>
            <a:off x="4205194" y="1410798"/>
            <a:ext cx="1322070" cy="12192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0" name="Text Placeholder 6">
            <a:extLst>
              <a:ext uri="{FF2B5EF4-FFF2-40B4-BE49-F238E27FC236}">
                <a16:creationId xmlns:a16="http://schemas.microsoft.com/office/drawing/2014/main" id="{352B38CD-C9E2-6FCF-659C-51A52C84804C}"/>
              </a:ext>
            </a:extLst>
          </p:cNvPr>
          <p:cNvSpPr>
            <a:spLocks noGrp="1"/>
          </p:cNvSpPr>
          <p:nvPr>
            <p:ph type="body" idx="17" hasCustomPrompt="1"/>
          </p:nvPr>
        </p:nvSpPr>
        <p:spPr>
          <a:xfrm>
            <a:off x="4205194"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dirty="0">
                <a:solidFill>
                  <a:srgbClr val="3C3C3B"/>
                </a:solidFill>
                <a:latin typeface="Arial"/>
                <a:cs typeface="Arial"/>
              </a:rPr>
              <a:t>First Last 10pt Arial</a:t>
            </a:r>
          </a:p>
          <a:p>
            <a:r>
              <a:rPr lang="en-AU" sz="1000" dirty="0">
                <a:solidFill>
                  <a:srgbClr val="3C3C3B"/>
                </a:solidFill>
                <a:latin typeface="Arial"/>
                <a:cs typeface="Arial"/>
              </a:rPr>
              <a:t>Title goes here 10pt Times</a:t>
            </a:r>
            <a:endParaRPr dirty="0"/>
          </a:p>
        </p:txBody>
      </p:sp>
      <p:sp>
        <p:nvSpPr>
          <p:cNvPr id="17" name="Text Placeholder 7">
            <a:extLst>
              <a:ext uri="{FF2B5EF4-FFF2-40B4-BE49-F238E27FC236}">
                <a16:creationId xmlns:a16="http://schemas.microsoft.com/office/drawing/2014/main" id="{17CE8A92-798F-6C5E-0F46-EC0B5684D236}"/>
              </a:ext>
            </a:extLst>
          </p:cNvPr>
          <p:cNvSpPr>
            <a:spLocks noGrp="1"/>
          </p:cNvSpPr>
          <p:nvPr>
            <p:ph type="body" idx="15" hasCustomPrompt="1"/>
          </p:nvPr>
        </p:nvSpPr>
        <p:spPr>
          <a:xfrm>
            <a:off x="4205194"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dirty="0">
                <a:solidFill>
                  <a:srgbClr val="3C3C3B"/>
                </a:solidFill>
                <a:latin typeface="Arial"/>
                <a:cs typeface="Arial"/>
              </a:rPr>
              <a:t>Body</a:t>
            </a:r>
            <a:r>
              <a:rPr lang="en-AU" sz="1000" spc="-5" dirty="0">
                <a:solidFill>
                  <a:srgbClr val="3C3C3B"/>
                </a:solidFill>
                <a:latin typeface="Arial"/>
                <a:cs typeface="Arial"/>
              </a:rPr>
              <a:t> </a:t>
            </a:r>
            <a:r>
              <a:rPr lang="en-AU" sz="1000" dirty="0">
                <a:solidFill>
                  <a:srgbClr val="3C3C3B"/>
                </a:solidFill>
                <a:latin typeface="Arial"/>
                <a:cs typeface="Arial"/>
              </a:rPr>
              <a:t>copy</a:t>
            </a:r>
            <a:r>
              <a:rPr lang="en-AU" sz="1000" spc="-5" dirty="0">
                <a:solidFill>
                  <a:srgbClr val="3C3C3B"/>
                </a:solidFill>
                <a:latin typeface="Arial"/>
                <a:cs typeface="Arial"/>
              </a:rPr>
              <a:t> </a:t>
            </a:r>
            <a:r>
              <a:rPr lang="en-AU" sz="1000" dirty="0">
                <a:solidFill>
                  <a:srgbClr val="3C3C3B"/>
                </a:solidFill>
                <a:latin typeface="Arial"/>
                <a:cs typeface="Arial"/>
              </a:rPr>
              <a:t>small</a:t>
            </a:r>
            <a:r>
              <a:rPr lang="en-AU" sz="1000" spc="-10" dirty="0">
                <a:solidFill>
                  <a:srgbClr val="3C3C3B"/>
                </a:solidFill>
                <a:latin typeface="Arial"/>
                <a:cs typeface="Arial"/>
              </a:rPr>
              <a:t> </a:t>
            </a:r>
            <a:r>
              <a:rPr lang="en-AU" sz="1000" dirty="0">
                <a:solidFill>
                  <a:srgbClr val="3C3C3B"/>
                </a:solidFill>
                <a:latin typeface="Arial"/>
                <a:cs typeface="Arial"/>
              </a:rPr>
              <a:t>10pt</a:t>
            </a:r>
            <a:endParaRPr dirty="0"/>
          </a:p>
        </p:txBody>
      </p:sp>
      <p:sp>
        <p:nvSpPr>
          <p:cNvPr id="27" name="Picture Placeholder 8">
            <a:extLst>
              <a:ext uri="{FF2B5EF4-FFF2-40B4-BE49-F238E27FC236}">
                <a16:creationId xmlns:a16="http://schemas.microsoft.com/office/drawing/2014/main" id="{33A6F673-B304-E705-5E66-2DBDA1BA7630}"/>
              </a:ext>
            </a:extLst>
          </p:cNvPr>
          <p:cNvSpPr>
            <a:spLocks noGrp="1"/>
          </p:cNvSpPr>
          <p:nvPr>
            <p:ph type="pic" sz="quarter" idx="22" hasCustomPrompt="1"/>
          </p:nvPr>
        </p:nvSpPr>
        <p:spPr>
          <a:xfrm>
            <a:off x="6550856" y="1410798"/>
            <a:ext cx="1322070" cy="12192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4" name="Text Placeholder 9">
            <a:extLst>
              <a:ext uri="{FF2B5EF4-FFF2-40B4-BE49-F238E27FC236}">
                <a16:creationId xmlns:a16="http://schemas.microsoft.com/office/drawing/2014/main" id="{E08F0228-3E66-E48B-74F0-3A18CDB08DAE}"/>
              </a:ext>
            </a:extLst>
          </p:cNvPr>
          <p:cNvSpPr>
            <a:spLocks noGrp="1"/>
          </p:cNvSpPr>
          <p:nvPr>
            <p:ph type="body" idx="20" hasCustomPrompt="1"/>
          </p:nvPr>
        </p:nvSpPr>
        <p:spPr>
          <a:xfrm>
            <a:off x="6550856" y="2776903"/>
            <a:ext cx="1917700" cy="387734"/>
          </a:xfrm>
          <a:prstGeom prst="rect">
            <a:avLst/>
          </a:prstGeom>
        </p:spPr>
        <p:txBody>
          <a:bodyPr lIns="0" tIns="0" rIns="0" bIns="0" numCol="1" spcCol="252000"/>
          <a:lstStyle>
            <a:lvl1pPr marL="0" indent="0">
              <a:buFontTx/>
              <a:buNone/>
              <a:defRPr sz="1000" b="1" i="0">
                <a:solidFill>
                  <a:schemeClr val="accent1"/>
                </a:solidFill>
                <a:latin typeface="+mn-lt"/>
                <a:cs typeface="Arial"/>
              </a:defRPr>
            </a:lvl1pPr>
          </a:lstStyle>
          <a:p>
            <a:r>
              <a:rPr lang="en-AU" sz="1000" dirty="0">
                <a:solidFill>
                  <a:srgbClr val="3C3C3B"/>
                </a:solidFill>
                <a:latin typeface="Arial"/>
                <a:cs typeface="Arial"/>
              </a:rPr>
              <a:t>First Last 10pt Arial</a:t>
            </a:r>
          </a:p>
          <a:p>
            <a:r>
              <a:rPr lang="en-AU" sz="1000" dirty="0">
                <a:solidFill>
                  <a:srgbClr val="3C3C3B"/>
                </a:solidFill>
                <a:latin typeface="Arial"/>
                <a:cs typeface="Arial"/>
              </a:rPr>
              <a:t>Title goes here 10pt Times</a:t>
            </a:r>
            <a:endParaRPr dirty="0"/>
          </a:p>
        </p:txBody>
      </p:sp>
      <p:sp>
        <p:nvSpPr>
          <p:cNvPr id="21" name="Text Placeholder 10">
            <a:extLst>
              <a:ext uri="{FF2B5EF4-FFF2-40B4-BE49-F238E27FC236}">
                <a16:creationId xmlns:a16="http://schemas.microsoft.com/office/drawing/2014/main" id="{4BEEB3E0-898E-2BE3-26F4-15A3FF454115}"/>
              </a:ext>
            </a:extLst>
          </p:cNvPr>
          <p:cNvSpPr>
            <a:spLocks noGrp="1"/>
          </p:cNvSpPr>
          <p:nvPr>
            <p:ph type="body" idx="18" hasCustomPrompt="1"/>
          </p:nvPr>
        </p:nvSpPr>
        <p:spPr>
          <a:xfrm>
            <a:off x="6550856" y="3365497"/>
            <a:ext cx="1917700" cy="1375162"/>
          </a:xfrm>
          <a:prstGeom prst="rect">
            <a:avLst/>
          </a:prstGeom>
        </p:spPr>
        <p:txBody>
          <a:bodyPr lIns="0" tIns="0" rIns="0" bIns="0" numCol="1" spcCol="252000"/>
          <a:lstStyle>
            <a:lvl1pPr marL="0" indent="0">
              <a:buFontTx/>
              <a:buNone/>
              <a:defRPr sz="1000" b="0" i="0">
                <a:solidFill>
                  <a:srgbClr val="3C3C3B"/>
                </a:solidFill>
                <a:latin typeface="Arial"/>
                <a:cs typeface="Arial"/>
              </a:defRPr>
            </a:lvl1pPr>
          </a:lstStyle>
          <a:p>
            <a:r>
              <a:rPr lang="en-AU" sz="1000" dirty="0">
                <a:solidFill>
                  <a:srgbClr val="3C3C3B"/>
                </a:solidFill>
                <a:latin typeface="Arial"/>
                <a:cs typeface="Arial"/>
              </a:rPr>
              <a:t>Body</a:t>
            </a:r>
            <a:r>
              <a:rPr lang="en-AU" sz="1000" spc="-5" dirty="0">
                <a:solidFill>
                  <a:srgbClr val="3C3C3B"/>
                </a:solidFill>
                <a:latin typeface="Arial"/>
                <a:cs typeface="Arial"/>
              </a:rPr>
              <a:t> </a:t>
            </a:r>
            <a:r>
              <a:rPr lang="en-AU" sz="1000" dirty="0">
                <a:solidFill>
                  <a:srgbClr val="3C3C3B"/>
                </a:solidFill>
                <a:latin typeface="Arial"/>
                <a:cs typeface="Arial"/>
              </a:rPr>
              <a:t>copy</a:t>
            </a:r>
            <a:r>
              <a:rPr lang="en-AU" sz="1000" spc="-5" dirty="0">
                <a:solidFill>
                  <a:srgbClr val="3C3C3B"/>
                </a:solidFill>
                <a:latin typeface="Arial"/>
                <a:cs typeface="Arial"/>
              </a:rPr>
              <a:t> </a:t>
            </a:r>
            <a:r>
              <a:rPr lang="en-AU" sz="1000" dirty="0">
                <a:solidFill>
                  <a:srgbClr val="3C3C3B"/>
                </a:solidFill>
                <a:latin typeface="Arial"/>
                <a:cs typeface="Arial"/>
              </a:rPr>
              <a:t>small</a:t>
            </a:r>
            <a:r>
              <a:rPr lang="en-AU" sz="1000" spc="-10" dirty="0">
                <a:solidFill>
                  <a:srgbClr val="3C3C3B"/>
                </a:solidFill>
                <a:latin typeface="Arial"/>
                <a:cs typeface="Arial"/>
              </a:rPr>
              <a:t> </a:t>
            </a:r>
            <a:r>
              <a:rPr lang="en-AU" sz="1000" dirty="0">
                <a:solidFill>
                  <a:srgbClr val="3C3C3B"/>
                </a:solidFill>
                <a:latin typeface="Arial"/>
                <a:cs typeface="Arial"/>
              </a:rPr>
              <a:t>10pt</a:t>
            </a:r>
            <a:endParaRPr dirty="0"/>
          </a:p>
        </p:txBody>
      </p:sp>
    </p:spTree>
    <p:extLst>
      <p:ext uri="{BB962C8B-B14F-4D97-AF65-F5344CB8AC3E}">
        <p14:creationId xmlns:p14="http://schemas.microsoft.com/office/powerpoint/2010/main" val="3705954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peaker bios no imag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7850" y="736598"/>
            <a:ext cx="7988300" cy="369332"/>
          </a:xfrm>
        </p:spPr>
        <p:txBody>
          <a:bodyPr lIns="0" tIns="0" rIns="0" bIns="0"/>
          <a:lstStyle>
            <a:lvl1pPr>
              <a:defRPr sz="2400" b="0" i="0">
                <a:solidFill>
                  <a:srgbClr val="E64626"/>
                </a:solidFill>
                <a:latin typeface="Times" pitchFamily="2" charset="0"/>
                <a:cs typeface="Times New Roman"/>
              </a:defRPr>
            </a:lvl1pPr>
          </a:lstStyle>
          <a:p>
            <a:r>
              <a:rPr lang="en-US" dirty="0"/>
              <a:t>Speaker bios no image</a:t>
            </a:r>
            <a:endParaRPr dirty="0"/>
          </a:p>
        </p:txBody>
      </p:sp>
      <p:sp>
        <p:nvSpPr>
          <p:cNvPr id="12" name="Holder 1">
            <a:extLst>
              <a:ext uri="{FF2B5EF4-FFF2-40B4-BE49-F238E27FC236}">
                <a16:creationId xmlns:a16="http://schemas.microsoft.com/office/drawing/2014/main" id="{01046116-FA83-47AD-17FA-94D776E8C805}"/>
              </a:ext>
            </a:extLst>
          </p:cNvPr>
          <p:cNvSpPr>
            <a:spLocks noGrp="1"/>
          </p:cNvSpPr>
          <p:nvPr>
            <p:ph type="body" idx="15" hasCustomPrompt="1"/>
          </p:nvPr>
        </p:nvSpPr>
        <p:spPr>
          <a:xfrm>
            <a:off x="1887052" y="1426364"/>
            <a:ext cx="2960856" cy="369098"/>
          </a:xfrm>
          <a:prstGeom prst="rect">
            <a:avLst/>
          </a:prstGeom>
          <a:solidFill>
            <a:schemeClr val="accent1"/>
          </a:solidFill>
        </p:spPr>
        <p:txBody>
          <a:bodyPr lIns="251999" tIns="72000" rIns="251999" bIns="72000" numCol="1" spcCol="252000" anchor="ctr" anchorCtr="0"/>
          <a:lstStyle>
            <a:lvl1pPr marL="0" indent="0">
              <a:buFontTx/>
              <a:buNone/>
              <a:defRPr sz="1000" b="1" i="0">
                <a:solidFill>
                  <a:schemeClr val="bg1"/>
                </a:solidFill>
                <a:latin typeface="Arial"/>
                <a:cs typeface="Arial"/>
              </a:defRPr>
            </a:lvl1pPr>
          </a:lstStyle>
          <a:p>
            <a:r>
              <a:rPr lang="en-AU" sz="1000" dirty="0">
                <a:solidFill>
                  <a:srgbClr val="3C3C3B"/>
                </a:solidFill>
                <a:latin typeface="Arial"/>
                <a:cs typeface="Arial"/>
              </a:rPr>
              <a:t>Heading 10pt</a:t>
            </a:r>
            <a:endParaRPr dirty="0"/>
          </a:p>
        </p:txBody>
      </p:sp>
      <p:sp>
        <p:nvSpPr>
          <p:cNvPr id="3" name="Holder 2"/>
          <p:cNvSpPr>
            <a:spLocks noGrp="1"/>
          </p:cNvSpPr>
          <p:nvPr>
            <p:ph type="body" idx="1" hasCustomPrompt="1"/>
          </p:nvPr>
        </p:nvSpPr>
        <p:spPr>
          <a:xfrm>
            <a:off x="1887052" y="1795462"/>
            <a:ext cx="2960856" cy="2770187"/>
          </a:xfrm>
          <a:prstGeom prst="rect">
            <a:avLst/>
          </a:prstGeom>
          <a:solidFill>
            <a:schemeClr val="bg2"/>
          </a:solidFill>
        </p:spPr>
        <p:txBody>
          <a:bodyPr lIns="251999" tIns="251999" rIns="251999" bIns="251999" numCol="1" spcCol="252000"/>
          <a:lstStyle>
            <a:lvl1pPr marL="171450" indent="-171450">
              <a:buFont typeface="System Font Regular"/>
              <a:buChar char="-"/>
              <a:defRPr sz="1000" b="0" i="0">
                <a:solidFill>
                  <a:srgbClr val="3C3C3B"/>
                </a:solidFill>
                <a:latin typeface="Arial"/>
                <a:cs typeface="Arial"/>
              </a:defRPr>
            </a:lvl1pPr>
          </a:lstStyle>
          <a:p>
            <a:r>
              <a:rPr lang="en-AU" sz="1000" dirty="0">
                <a:solidFill>
                  <a:srgbClr val="3C3C3B"/>
                </a:solidFill>
                <a:latin typeface="Arial"/>
                <a:cs typeface="Arial"/>
              </a:rPr>
              <a:t>Body</a:t>
            </a:r>
            <a:r>
              <a:rPr lang="en-AU" sz="1000" spc="-5" dirty="0">
                <a:solidFill>
                  <a:srgbClr val="3C3C3B"/>
                </a:solidFill>
                <a:latin typeface="Arial"/>
                <a:cs typeface="Arial"/>
              </a:rPr>
              <a:t> </a:t>
            </a:r>
            <a:r>
              <a:rPr lang="en-AU" sz="1000" dirty="0">
                <a:solidFill>
                  <a:srgbClr val="3C3C3B"/>
                </a:solidFill>
                <a:latin typeface="Arial"/>
                <a:cs typeface="Arial"/>
              </a:rPr>
              <a:t>copy</a:t>
            </a:r>
            <a:r>
              <a:rPr lang="en-AU" sz="1000" spc="-5" dirty="0">
                <a:solidFill>
                  <a:srgbClr val="3C3C3B"/>
                </a:solidFill>
                <a:latin typeface="Arial"/>
                <a:cs typeface="Arial"/>
              </a:rPr>
              <a:t> </a:t>
            </a:r>
            <a:r>
              <a:rPr lang="en-AU" sz="1000" dirty="0">
                <a:solidFill>
                  <a:srgbClr val="3C3C3B"/>
                </a:solidFill>
                <a:latin typeface="Arial"/>
                <a:cs typeface="Arial"/>
              </a:rPr>
              <a:t>small</a:t>
            </a:r>
            <a:r>
              <a:rPr lang="en-AU" sz="1000" spc="-10" dirty="0">
                <a:solidFill>
                  <a:srgbClr val="3C3C3B"/>
                </a:solidFill>
                <a:latin typeface="Arial"/>
                <a:cs typeface="Arial"/>
              </a:rPr>
              <a:t> </a:t>
            </a:r>
            <a:r>
              <a:rPr lang="en-AU" sz="1000" dirty="0">
                <a:solidFill>
                  <a:srgbClr val="3C3C3B"/>
                </a:solidFill>
                <a:latin typeface="Arial"/>
                <a:cs typeface="Arial"/>
              </a:rPr>
              <a:t>10pt</a:t>
            </a:r>
          </a:p>
          <a:p>
            <a:endParaRPr lang="en-AU" dirty="0"/>
          </a:p>
        </p:txBody>
      </p:sp>
      <p:sp>
        <p:nvSpPr>
          <p:cNvPr id="15" name="Holder 3">
            <a:extLst>
              <a:ext uri="{FF2B5EF4-FFF2-40B4-BE49-F238E27FC236}">
                <a16:creationId xmlns:a16="http://schemas.microsoft.com/office/drawing/2014/main" id="{2593A6BD-50DF-0434-8D9C-6C5105B37941}"/>
              </a:ext>
            </a:extLst>
          </p:cNvPr>
          <p:cNvSpPr>
            <a:spLocks noGrp="1"/>
          </p:cNvSpPr>
          <p:nvPr>
            <p:ph type="body" idx="17" hasCustomPrompt="1"/>
          </p:nvPr>
        </p:nvSpPr>
        <p:spPr>
          <a:xfrm>
            <a:off x="5212958" y="1426364"/>
            <a:ext cx="2960856" cy="369098"/>
          </a:xfrm>
          <a:prstGeom prst="rect">
            <a:avLst/>
          </a:prstGeom>
          <a:solidFill>
            <a:schemeClr val="accent1"/>
          </a:solidFill>
        </p:spPr>
        <p:txBody>
          <a:bodyPr lIns="251999" tIns="72000" rIns="251999" bIns="72000" numCol="1" spcCol="252000" anchor="ctr" anchorCtr="0"/>
          <a:lstStyle>
            <a:lvl1pPr marL="0" indent="0">
              <a:buFontTx/>
              <a:buNone/>
              <a:defRPr sz="1000" b="1" i="0">
                <a:solidFill>
                  <a:schemeClr val="bg1"/>
                </a:solidFill>
                <a:latin typeface="Arial"/>
                <a:cs typeface="Arial"/>
              </a:defRPr>
            </a:lvl1pPr>
          </a:lstStyle>
          <a:p>
            <a:r>
              <a:rPr lang="en-AU" sz="1000" dirty="0">
                <a:solidFill>
                  <a:srgbClr val="3C3C3B"/>
                </a:solidFill>
                <a:latin typeface="Arial"/>
                <a:cs typeface="Arial"/>
              </a:rPr>
              <a:t>Heading 10pt</a:t>
            </a:r>
            <a:endParaRPr dirty="0"/>
          </a:p>
        </p:txBody>
      </p:sp>
      <p:sp>
        <p:nvSpPr>
          <p:cNvPr id="13" name="Holder 4">
            <a:extLst>
              <a:ext uri="{FF2B5EF4-FFF2-40B4-BE49-F238E27FC236}">
                <a16:creationId xmlns:a16="http://schemas.microsoft.com/office/drawing/2014/main" id="{980934C0-12AC-D7ED-F525-AC922980850D}"/>
              </a:ext>
            </a:extLst>
          </p:cNvPr>
          <p:cNvSpPr>
            <a:spLocks noGrp="1"/>
          </p:cNvSpPr>
          <p:nvPr>
            <p:ph type="body" idx="16" hasCustomPrompt="1"/>
          </p:nvPr>
        </p:nvSpPr>
        <p:spPr>
          <a:xfrm>
            <a:off x="5212958" y="1795462"/>
            <a:ext cx="2960856" cy="2770187"/>
          </a:xfrm>
          <a:prstGeom prst="rect">
            <a:avLst/>
          </a:prstGeom>
          <a:solidFill>
            <a:schemeClr val="bg2"/>
          </a:solidFill>
        </p:spPr>
        <p:txBody>
          <a:bodyPr lIns="251999" tIns="251999" rIns="251999" bIns="251999" numCol="1" spcCol="252000"/>
          <a:lstStyle>
            <a:lvl1pPr marL="171450" indent="-171450">
              <a:buFont typeface="System Font Regular"/>
              <a:buChar char="-"/>
              <a:defRPr sz="1000" b="0" i="0">
                <a:solidFill>
                  <a:srgbClr val="3C3C3B"/>
                </a:solidFill>
                <a:latin typeface="Arial"/>
                <a:cs typeface="Arial"/>
              </a:defRPr>
            </a:lvl1pPr>
          </a:lstStyle>
          <a:p>
            <a:r>
              <a:rPr lang="en-AU" sz="1000" dirty="0">
                <a:solidFill>
                  <a:srgbClr val="3C3C3B"/>
                </a:solidFill>
                <a:latin typeface="Arial"/>
                <a:cs typeface="Arial"/>
              </a:rPr>
              <a:t>Body</a:t>
            </a:r>
            <a:r>
              <a:rPr lang="en-AU" sz="1000" spc="-5" dirty="0">
                <a:solidFill>
                  <a:srgbClr val="3C3C3B"/>
                </a:solidFill>
                <a:latin typeface="Arial"/>
                <a:cs typeface="Arial"/>
              </a:rPr>
              <a:t> </a:t>
            </a:r>
            <a:r>
              <a:rPr lang="en-AU" sz="1000" dirty="0">
                <a:solidFill>
                  <a:srgbClr val="3C3C3B"/>
                </a:solidFill>
                <a:latin typeface="Arial"/>
                <a:cs typeface="Arial"/>
              </a:rPr>
              <a:t>copy</a:t>
            </a:r>
            <a:r>
              <a:rPr lang="en-AU" sz="1000" spc="-5" dirty="0">
                <a:solidFill>
                  <a:srgbClr val="3C3C3B"/>
                </a:solidFill>
                <a:latin typeface="Arial"/>
                <a:cs typeface="Arial"/>
              </a:rPr>
              <a:t> </a:t>
            </a:r>
            <a:r>
              <a:rPr lang="en-AU" sz="1000" dirty="0">
                <a:solidFill>
                  <a:srgbClr val="3C3C3B"/>
                </a:solidFill>
                <a:latin typeface="Arial"/>
                <a:cs typeface="Arial"/>
              </a:rPr>
              <a:t>small</a:t>
            </a:r>
            <a:r>
              <a:rPr lang="en-AU" sz="1000" spc="-10" dirty="0">
                <a:solidFill>
                  <a:srgbClr val="3C3C3B"/>
                </a:solidFill>
                <a:latin typeface="Arial"/>
                <a:cs typeface="Arial"/>
              </a:rPr>
              <a:t> </a:t>
            </a:r>
            <a:r>
              <a:rPr lang="en-AU" sz="1000" dirty="0">
                <a:solidFill>
                  <a:srgbClr val="3C3C3B"/>
                </a:solidFill>
                <a:latin typeface="Arial"/>
                <a:cs typeface="Arial"/>
              </a:rPr>
              <a:t>10pt</a:t>
            </a:r>
            <a:endParaRPr dirty="0"/>
          </a:p>
        </p:txBody>
      </p:sp>
    </p:spTree>
    <p:extLst>
      <p:ext uri="{BB962C8B-B14F-4D97-AF65-F5344CB8AC3E}">
        <p14:creationId xmlns:p14="http://schemas.microsoft.com/office/powerpoint/2010/main" val="38340806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4.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824931"/>
      </p:ext>
    </p:extLst>
  </p:cSld>
  <p:clrMap bg1="lt1" tx1="dk1" bg2="lt2" tx2="dk2" accent1="accent1" accent2="accent2" accent3="accent3" accent4="accent4" accent5="accent5" accent6="accent6" hlink="hlink" folHlink="folHlink"/>
  <p:sldLayoutIdLst>
    <p:sldLayoutId id="2147483703" r:id="rId1"/>
    <p:sldLayoutId id="2147483705" r:id="rId2"/>
    <p:sldLayoutId id="2147483707" r:id="rId3"/>
    <p:sldLayoutId id="2147483745" r:id="rId4"/>
    <p:sldLayoutId id="2147483746" r:id="rId5"/>
    <p:sldLayoutId id="2147483747" r:id="rId6"/>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897651"/>
      </p:ext>
    </p:extLst>
  </p:cSld>
  <p:clrMap bg1="lt1" tx1="dk1" bg2="lt2" tx2="dk2" accent1="accent1" accent2="accent2" accent3="accent3" accent4="accent4" accent5="accent5" accent6="accent6" hlink="hlink" folHlink="folHlink"/>
  <p:sldLayoutIdLst>
    <p:sldLayoutId id="2147483714" r:id="rId1"/>
    <p:sldLayoutId id="2147483717" r:id="rId2"/>
    <p:sldLayoutId id="2147483718" r:id="rId3"/>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958849"/>
      </p:ext>
    </p:extLst>
  </p:cSld>
  <p:clrMap bg1="lt1" tx1="dk1" bg2="lt2" tx2="dk2" accent1="accent1" accent2="accent2" accent3="accent3" accent4="accent4" accent5="accent5" accent6="accent6" hlink="hlink" folHlink="folHlink"/>
  <p:sldLayoutIdLst>
    <p:sldLayoutId id="2147483721" r:id="rId1"/>
    <p:sldLayoutId id="2147483723" r:id="rId2"/>
    <p:sldLayoutId id="2147483724" r:id="rId3"/>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692434"/>
      </p:ext>
    </p:extLst>
  </p:cSld>
  <p:clrMap bg1="lt1" tx1="dk1" bg2="lt2" tx2="dk2" accent1="accent1" accent2="accent2" accent3="accent3" accent4="accent4" accent5="accent5" accent6="accent6" hlink="hlink" folHlink="folHlink"/>
  <p:sldLayoutIdLst>
    <p:sldLayoutId id="2147483726" r:id="rId1"/>
    <p:sldLayoutId id="2147483733" r:id="rId2"/>
    <p:sldLayoutId id="2147483734" r:id="rId3"/>
    <p:sldLayoutId id="2147483735" r:id="rId4"/>
    <p:sldLayoutId id="2147483732" r:id="rId5"/>
    <p:sldLayoutId id="2147483727" r:id="rId6"/>
    <p:sldLayoutId id="2147483739" r:id="rId7"/>
    <p:sldLayoutId id="2147483728" r:id="rId8"/>
    <p:sldLayoutId id="2147483729" r:id="rId9"/>
    <p:sldLayoutId id="2147483730" r:id="rId10"/>
    <p:sldLayoutId id="2147483731" r:id="rId11"/>
    <p:sldLayoutId id="2147483736" r:id="rId12"/>
    <p:sldLayoutId id="2147483748" r:id="rId13"/>
    <p:sldLayoutId id="2147483738" r:id="rId14"/>
  </p:sldLayoutIdLst>
  <p:txStyles>
    <p:titleStyle>
      <a:lvl1pPr>
        <a:defRPr>
          <a:solidFill>
            <a:schemeClr val="accent1"/>
          </a:solidFill>
          <a:latin typeface="+mj-lt"/>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7850" y="736598"/>
            <a:ext cx="7988300" cy="369332"/>
          </a:xfrm>
          <a:prstGeom prst="rect">
            <a:avLst/>
          </a:prstGeom>
        </p:spPr>
        <p:txBody>
          <a:bodyPr wrap="square" lIns="0" tIns="0" rIns="0" bIns="0">
            <a:spAutoFit/>
          </a:bodyPr>
          <a:lstStyle>
            <a:lvl1pPr>
              <a:defRPr sz="2400" b="0" i="0">
                <a:solidFill>
                  <a:srgbClr val="E64626"/>
                </a:solidFill>
                <a:latin typeface="Times New Roman"/>
                <a:cs typeface="Times New Roman"/>
              </a:defRPr>
            </a:lvl1pPr>
          </a:lstStyle>
          <a:p>
            <a:r>
              <a:rPr lang="en-AU" dirty="0"/>
              <a:t>Click to add title</a:t>
            </a:r>
            <a:endParaRPr dirty="0"/>
          </a:p>
        </p:txBody>
      </p:sp>
      <p:sp>
        <p:nvSpPr>
          <p:cNvPr id="3" name="Placeholder 2"/>
          <p:cNvSpPr>
            <a:spLocks noGrp="1"/>
          </p:cNvSpPr>
          <p:nvPr>
            <p:ph type="body" idx="1"/>
          </p:nvPr>
        </p:nvSpPr>
        <p:spPr>
          <a:xfrm>
            <a:off x="1892300" y="1803398"/>
            <a:ext cx="6673850" cy="2762251"/>
          </a:xfrm>
          <a:prstGeom prst="rect">
            <a:avLst/>
          </a:prstGeom>
        </p:spPr>
        <p:txBody>
          <a:bodyPr wrap="square" lIns="0" tIns="0" rIns="0" bIns="0">
            <a:noAutofit/>
          </a:bodyPr>
          <a:lstStyle>
            <a:lvl1pPr>
              <a:defRPr sz="1000" b="0" i="0">
                <a:solidFill>
                  <a:srgbClr val="3C3C3B"/>
                </a:solidFill>
                <a:latin typeface="Arial"/>
                <a:cs typeface="Arial"/>
              </a:defRPr>
            </a:lvl1pPr>
          </a:lstStyle>
          <a:p>
            <a:pPr marL="171450" indent="-171450">
              <a:buClr>
                <a:schemeClr val="tx2"/>
              </a:buClr>
              <a:buFont typeface="System Font Regular"/>
              <a:buChar char="-"/>
            </a:pPr>
            <a:r>
              <a:rPr lang="en-GB" sz="1000" dirty="0">
                <a:solidFill>
                  <a:schemeClr val="tx2"/>
                </a:solidFill>
                <a:latin typeface="+mn-lt"/>
              </a:rPr>
              <a:t>Click to edit Master text styles</a:t>
            </a:r>
          </a:p>
          <a:p>
            <a:pPr marL="628650" lvl="1" indent="-171450">
              <a:buClr>
                <a:schemeClr val="tx2"/>
              </a:buClr>
              <a:buFont typeface="System Font Regular"/>
              <a:buChar char="-"/>
            </a:pPr>
            <a:r>
              <a:rPr lang="en-GB" sz="1000" dirty="0">
                <a:solidFill>
                  <a:schemeClr val="tx2"/>
                </a:solidFill>
                <a:latin typeface="+mn-lt"/>
              </a:rPr>
              <a:t>Second level</a:t>
            </a:r>
          </a:p>
          <a:p>
            <a:pPr marL="1085850" lvl="2" indent="-171450">
              <a:buClr>
                <a:schemeClr val="tx2"/>
              </a:buClr>
              <a:buFont typeface="System Font Regular"/>
              <a:buChar char="-"/>
            </a:pPr>
            <a:r>
              <a:rPr lang="en-GB" sz="1000" dirty="0">
                <a:solidFill>
                  <a:schemeClr val="tx2"/>
                </a:solidFill>
                <a:latin typeface="+mn-lt"/>
              </a:rPr>
              <a:t>Third level</a:t>
            </a:r>
          </a:p>
          <a:p>
            <a:pPr marL="1543050" lvl="3" indent="-171450">
              <a:buClr>
                <a:schemeClr val="tx2"/>
              </a:buClr>
              <a:buFont typeface="System Font Regular"/>
              <a:buChar char="-"/>
            </a:pPr>
            <a:r>
              <a:rPr lang="en-GB" sz="1000" dirty="0">
                <a:solidFill>
                  <a:schemeClr val="tx2"/>
                </a:solidFill>
                <a:latin typeface="+mn-lt"/>
              </a:rPr>
              <a:t>Fourth level</a:t>
            </a:r>
          </a:p>
          <a:p>
            <a:pPr marL="2000250" lvl="4" indent="-171450">
              <a:buClr>
                <a:schemeClr val="tx2"/>
              </a:buClr>
              <a:buFont typeface="System Font Regular"/>
              <a:buChar char="-"/>
            </a:pPr>
            <a:r>
              <a:rPr lang="en-GB" sz="1000" dirty="0">
                <a:solidFill>
                  <a:schemeClr val="tx2"/>
                </a:solidFill>
                <a:latin typeface="+mn-lt"/>
              </a:rPr>
              <a:t>Fifth level</a:t>
            </a:r>
            <a:endParaRPr lang="en-US" sz="1000" dirty="0">
              <a:solidFill>
                <a:schemeClr val="tx2"/>
              </a:solidFill>
              <a:latin typeface="+mn-lt"/>
            </a:endParaRPr>
          </a:p>
          <a:p>
            <a:endParaRPr dirty="0"/>
          </a:p>
        </p:txBody>
      </p:sp>
      <p:sp>
        <p:nvSpPr>
          <p:cNvPr id="12" name="Placeholder 3">
            <a:extLst>
              <a:ext uri="{FF2B5EF4-FFF2-40B4-BE49-F238E27FC236}">
                <a16:creationId xmlns:a16="http://schemas.microsoft.com/office/drawing/2014/main" id="{6C0811DA-1436-1C90-68E8-D6A920491400}"/>
              </a:ext>
            </a:extLst>
          </p:cNvPr>
          <p:cNvSpPr txBox="1"/>
          <p:nvPr userDrawn="1"/>
        </p:nvSpPr>
        <p:spPr>
          <a:xfrm>
            <a:off x="568325" y="4725643"/>
            <a:ext cx="942975" cy="118110"/>
          </a:xfrm>
          <a:prstGeom prst="rect">
            <a:avLst/>
          </a:prstGeom>
        </p:spPr>
        <p:txBody>
          <a:bodyPr vert="horz" wrap="square" lIns="0" tIns="4445" rIns="0" bIns="0" rtlCol="0">
            <a:spAutoFit/>
          </a:bodyPr>
          <a:lstStyle/>
          <a:p>
            <a:pPr marL="12700">
              <a:lnSpc>
                <a:spcPct val="100000"/>
              </a:lnSpc>
              <a:spcBef>
                <a:spcPts val="35"/>
              </a:spcBef>
            </a:pPr>
            <a:r>
              <a:rPr sz="650" dirty="0">
                <a:solidFill>
                  <a:srgbClr val="3C3C3B"/>
                </a:solidFill>
                <a:latin typeface="Arial"/>
                <a:cs typeface="Arial"/>
              </a:rPr>
              <a:t>The</a:t>
            </a:r>
            <a:r>
              <a:rPr sz="650" spc="15" dirty="0">
                <a:solidFill>
                  <a:srgbClr val="3C3C3B"/>
                </a:solidFill>
                <a:latin typeface="Arial"/>
                <a:cs typeface="Arial"/>
              </a:rPr>
              <a:t> </a:t>
            </a:r>
            <a:r>
              <a:rPr sz="650" spc="-10" dirty="0">
                <a:solidFill>
                  <a:srgbClr val="3C3C3B"/>
                </a:solidFill>
                <a:latin typeface="Arial"/>
                <a:cs typeface="Arial"/>
              </a:rPr>
              <a:t>University</a:t>
            </a:r>
            <a:r>
              <a:rPr sz="650" spc="10" dirty="0">
                <a:solidFill>
                  <a:srgbClr val="3C3C3B"/>
                </a:solidFill>
                <a:latin typeface="Arial"/>
                <a:cs typeface="Arial"/>
              </a:rPr>
              <a:t> </a:t>
            </a:r>
            <a:r>
              <a:rPr sz="650" dirty="0">
                <a:solidFill>
                  <a:srgbClr val="3C3C3B"/>
                </a:solidFill>
                <a:latin typeface="Arial"/>
                <a:cs typeface="Arial"/>
              </a:rPr>
              <a:t>of</a:t>
            </a:r>
            <a:r>
              <a:rPr sz="650" spc="15" dirty="0">
                <a:solidFill>
                  <a:srgbClr val="3C3C3B"/>
                </a:solidFill>
                <a:latin typeface="Arial"/>
                <a:cs typeface="Arial"/>
              </a:rPr>
              <a:t> </a:t>
            </a:r>
            <a:r>
              <a:rPr sz="650" spc="-10" dirty="0">
                <a:solidFill>
                  <a:srgbClr val="3C3C3B"/>
                </a:solidFill>
                <a:latin typeface="Arial"/>
                <a:cs typeface="Arial"/>
              </a:rPr>
              <a:t>Sydney</a:t>
            </a:r>
            <a:endParaRPr sz="650" dirty="0">
              <a:latin typeface="Arial"/>
              <a:cs typeface="Arial"/>
            </a:endParaRPr>
          </a:p>
        </p:txBody>
      </p:sp>
      <p:sp>
        <p:nvSpPr>
          <p:cNvPr id="8" name="object 4">
            <a:extLst>
              <a:ext uri="{FF2B5EF4-FFF2-40B4-BE49-F238E27FC236}">
                <a16:creationId xmlns:a16="http://schemas.microsoft.com/office/drawing/2014/main" id="{5A642DA0-8A3F-F1D1-A500-3E3B635F525E}"/>
              </a:ext>
            </a:extLst>
          </p:cNvPr>
          <p:cNvSpPr/>
          <p:nvPr userDrawn="1"/>
        </p:nvSpPr>
        <p:spPr>
          <a:xfrm>
            <a:off x="571500" y="576262"/>
            <a:ext cx="914400" cy="0"/>
          </a:xfrm>
          <a:custGeom>
            <a:avLst/>
            <a:gdLst/>
            <a:ahLst/>
            <a:cxnLst/>
            <a:rect l="l" t="t" r="r" b="b"/>
            <a:pathLst>
              <a:path w="914400">
                <a:moveTo>
                  <a:pt x="914400" y="0"/>
                </a:moveTo>
                <a:lnTo>
                  <a:pt x="0" y="0"/>
                </a:lnTo>
              </a:path>
            </a:pathLst>
          </a:custGeom>
          <a:ln w="9525">
            <a:solidFill>
              <a:schemeClr val="accent1"/>
            </a:solidFill>
          </a:ln>
        </p:spPr>
        <p:txBody>
          <a:bodyPr wrap="square" lIns="0" tIns="0" rIns="0" bIns="0" rtlCol="0"/>
          <a:lstStyle/>
          <a:p>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741" r:id="rId3"/>
    <p:sldLayoutId id="2147483704" r:id="rId4"/>
    <p:sldLayoutId id="2147483680" r:id="rId5"/>
    <p:sldLayoutId id="2147483681" r:id="rId6"/>
    <p:sldLayoutId id="2147483662" r:id="rId7"/>
    <p:sldLayoutId id="2147483668" r:id="rId8"/>
    <p:sldLayoutId id="2147483669" r:id="rId9"/>
    <p:sldLayoutId id="2147483667" r:id="rId10"/>
    <p:sldLayoutId id="2147483670" r:id="rId11"/>
    <p:sldLayoutId id="2147483666" r:id="rId12"/>
    <p:sldLayoutId id="2147483744" r:id="rId13"/>
    <p:sldLayoutId id="2147483671" r:id="rId14"/>
    <p:sldLayoutId id="2147483663" r:id="rId15"/>
    <p:sldLayoutId id="2147483672" r:id="rId16"/>
    <p:sldLayoutId id="2147483742" r:id="rId17"/>
    <p:sldLayoutId id="2147483743" r:id="rId18"/>
    <p:sldLayoutId id="2147483673" r:id="rId19"/>
    <p:sldLayoutId id="2147483674" r:id="rId20"/>
    <p:sldLayoutId id="2147483675" r:id="rId21"/>
    <p:sldLayoutId id="2147483676" r:id="rId22"/>
    <p:sldLayoutId id="2147483677" r:id="rId23"/>
    <p:sldLayoutId id="2147483740" r:id="rId24"/>
    <p:sldLayoutId id="2147483678" r:id="rId25"/>
    <p:sldLayoutId id="2147483679" r:id="rId26"/>
  </p:sldLayoutIdLst>
  <p:txStyles>
    <p:titleStyle>
      <a:lvl1pPr>
        <a:defRPr>
          <a:solidFill>
            <a:schemeClr val="accent1"/>
          </a:solidFill>
          <a:latin typeface="Times" pitchFamily="2" charset="0"/>
          <a:ea typeface="+mj-ea"/>
          <a:cs typeface="+mj-cs"/>
        </a:defRPr>
      </a:lvl1pPr>
    </p:titleStyle>
    <p:body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4" orient="horz" pos="362" userDrawn="1">
          <p15:clr>
            <a:srgbClr val="A4A3A4"/>
          </p15:clr>
        </p15:guide>
        <p15:guide id="6" orient="horz" pos="1131" userDrawn="1">
          <p15:clr>
            <a:srgbClr val="A4A3A4"/>
          </p15:clr>
        </p15:guide>
        <p15:guide id="8" orient="horz" pos="2876" userDrawn="1">
          <p15:clr>
            <a:srgbClr val="A4A3A4"/>
          </p15:clr>
        </p15:guide>
        <p15:guide id="9" pos="360" userDrawn="1">
          <p15:clr>
            <a:srgbClr val="A4A3A4"/>
          </p15:clr>
        </p15:guide>
        <p15:guide id="10" pos="5396" userDrawn="1">
          <p15:clr>
            <a:srgbClr val="A4A3A4"/>
          </p15:clr>
        </p15:guide>
        <p15:guide id="11" pos="118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30.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36.xml"/><Relationship Id="rId4" Type="http://schemas.openxmlformats.org/officeDocument/2006/relationships/image" Target="../media/image17.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6.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34.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9.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4.png"/><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3" Type="http://schemas.openxmlformats.org/officeDocument/2006/relationships/hyperlink" Target="mailto:first.last@sydney.edu.au" TargetMode="External"/><Relationship Id="rId2" Type="http://schemas.openxmlformats.org/officeDocument/2006/relationships/notesSlide" Target="../notesSlides/notesSlide5.xml"/><Relationship Id="rId1" Type="http://schemas.openxmlformats.org/officeDocument/2006/relationships/slideLayout" Target="../slideLayouts/slideLayout26.xml"/><Relationship Id="rId4" Type="http://schemas.openxmlformats.org/officeDocument/2006/relationships/image" Target="../media/image5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large building with a lawn and a walkway&#10;&#10;AI-generated content may be incorrect.">
            <a:extLst>
              <a:ext uri="{FF2B5EF4-FFF2-40B4-BE49-F238E27FC236}">
                <a16:creationId xmlns:a16="http://schemas.microsoft.com/office/drawing/2014/main" id="{7C3636A4-23C4-AE3B-E5DF-6727732294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952500"/>
            <a:ext cx="9144000" cy="6096000"/>
          </a:xfrm>
          <a:prstGeom prst="rect">
            <a:avLst/>
          </a:prstGeom>
        </p:spPr>
      </p:pic>
      <p:sp>
        <p:nvSpPr>
          <p:cNvPr id="3" name="object 4">
            <a:extLst>
              <a:ext uri="{FF2B5EF4-FFF2-40B4-BE49-F238E27FC236}">
                <a16:creationId xmlns:a16="http://schemas.microsoft.com/office/drawing/2014/main" id="{FA2FDF08-65A5-63A5-26FB-DD20405A91BF}"/>
              </a:ext>
              <a:ext uri="{C183D7F6-B498-43B3-948B-1728B52AA6E4}">
                <adec:decorative xmlns:adec="http://schemas.microsoft.com/office/drawing/2017/decorative" val="1"/>
              </a:ext>
            </a:extLst>
          </p:cNvPr>
          <p:cNvSpPr/>
          <p:nvPr/>
        </p:nvSpPr>
        <p:spPr>
          <a:xfrm>
            <a:off x="0" y="571500"/>
            <a:ext cx="4414677" cy="40005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7" name="Title 1">
            <a:extLst>
              <a:ext uri="{FF2B5EF4-FFF2-40B4-BE49-F238E27FC236}">
                <a16:creationId xmlns:a16="http://schemas.microsoft.com/office/drawing/2014/main" id="{CF816AC0-7B44-8AB8-B57D-F818212C8954}"/>
              </a:ext>
            </a:extLst>
          </p:cNvPr>
          <p:cNvSpPr txBox="1">
            <a:spLocks noGrp="1"/>
          </p:cNvSpPr>
          <p:nvPr>
            <p:ph type="title" idx="4294967295"/>
          </p:nvPr>
        </p:nvSpPr>
        <p:spPr>
          <a:xfrm>
            <a:off x="468137" y="937577"/>
            <a:ext cx="3341863" cy="9465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defRPr sz="2800">
                <a:solidFill>
                  <a:schemeClr val="tx1"/>
                </a:solidFill>
                <a:latin typeface="+mj-lt"/>
                <a:ea typeface="+mj-ea"/>
                <a:cs typeface="+mj-cs"/>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en-US" sz="2400" dirty="0"/>
              <a:t>Non-stationary rainfall modelling</a:t>
            </a:r>
            <a:endParaRPr kumimoji="0" lang="en-US" sz="2400" b="0" i="0" u="none" strike="noStrike" kern="0" cap="none" spc="0" normalizeH="0" baseline="0" noProof="0" dirty="0">
              <a:ln>
                <a:noFill/>
              </a:ln>
              <a:solidFill>
                <a:schemeClr val="tx1"/>
              </a:solidFill>
              <a:effectLst/>
              <a:uLnTx/>
              <a:uFillTx/>
              <a:latin typeface="+mj-lt"/>
              <a:ea typeface="+mj-ea"/>
              <a:cs typeface="+mj-cs"/>
            </a:endParaRPr>
          </a:p>
        </p:txBody>
      </p:sp>
      <p:sp>
        <p:nvSpPr>
          <p:cNvPr id="8" name="Text Placeholder 2">
            <a:extLst>
              <a:ext uri="{FF2B5EF4-FFF2-40B4-BE49-F238E27FC236}">
                <a16:creationId xmlns:a16="http://schemas.microsoft.com/office/drawing/2014/main" id="{6680C428-F819-60B2-993D-4AE19E37E42D}"/>
              </a:ext>
            </a:extLst>
          </p:cNvPr>
          <p:cNvSpPr txBox="1">
            <a:spLocks/>
          </p:cNvSpPr>
          <p:nvPr/>
        </p:nvSpPr>
        <p:spPr>
          <a:xfrm>
            <a:off x="447693" y="2647362"/>
            <a:ext cx="3966984" cy="280096"/>
          </a:xfrm>
          <a:prstGeom prst="rect">
            <a:avLst/>
          </a:prstGeom>
        </p:spPr>
        <p:txBody>
          <a:bodyPr/>
          <a:lstStyle>
            <a:lvl1pPr marL="0" indent="0">
              <a:buClr>
                <a:schemeClr val="tx2"/>
              </a:buClr>
              <a:buFont typeface="Arial" panose="020B0604020202020204" pitchFamily="34" charset="0"/>
              <a:buNone/>
              <a:defRPr sz="1400">
                <a:solidFill>
                  <a:schemeClr val="tx1"/>
                </a:solidFill>
                <a:latin typeface="+mn-lt"/>
                <a:ea typeface="+mn-ea"/>
                <a:cs typeface="+mn-cs"/>
              </a:defRPr>
            </a:lvl1pPr>
            <a:lvl2pPr marL="457200">
              <a:buFont typeface="Arial" panose="020B0604020202020204" pitchFamily="34" charset="0"/>
              <a:buChar char="•"/>
              <a:defRPr sz="1400">
                <a:solidFill>
                  <a:schemeClr val="tx2"/>
                </a:solidFill>
                <a:latin typeface="+mn-lt"/>
                <a:ea typeface="+mn-ea"/>
                <a:cs typeface="+mn-cs"/>
              </a:defRPr>
            </a:lvl2pPr>
            <a:lvl3pPr marL="914400">
              <a:buFont typeface="Arial" panose="020B0604020202020204" pitchFamily="34" charset="0"/>
              <a:buChar char="•"/>
              <a:defRPr sz="1400">
                <a:solidFill>
                  <a:schemeClr val="tx2"/>
                </a:solidFill>
                <a:latin typeface="+mn-lt"/>
                <a:ea typeface="+mn-ea"/>
                <a:cs typeface="+mn-cs"/>
              </a:defRPr>
            </a:lvl3pPr>
            <a:lvl4pPr marL="1371600">
              <a:buFont typeface="Arial" panose="020B0604020202020204" pitchFamily="34" charset="0"/>
              <a:buChar char="•"/>
              <a:defRPr sz="1400">
                <a:solidFill>
                  <a:schemeClr val="tx2"/>
                </a:solidFill>
                <a:latin typeface="+mn-lt"/>
                <a:ea typeface="+mn-ea"/>
                <a:cs typeface="+mn-cs"/>
              </a:defRPr>
            </a:lvl4pPr>
            <a:lvl5pPr marL="1828800">
              <a:buFont typeface="Arial" panose="020B0604020202020204" pitchFamily="34" charset="0"/>
              <a:buChar char="•"/>
              <a:defRPr sz="1400">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5080">
              <a:spcBef>
                <a:spcPts val="100"/>
              </a:spcBef>
            </a:pPr>
            <a:r>
              <a:rPr lang="en-AU" sz="1200" dirty="0">
                <a:latin typeface="Arial"/>
                <a:cs typeface="Arial"/>
              </a:rPr>
              <a:t>Sydney Horizon Fellow</a:t>
            </a:r>
          </a:p>
        </p:txBody>
      </p:sp>
      <p:sp>
        <p:nvSpPr>
          <p:cNvPr id="6" name="Text Placeholder 3">
            <a:extLst>
              <a:ext uri="{FF2B5EF4-FFF2-40B4-BE49-F238E27FC236}">
                <a16:creationId xmlns:a16="http://schemas.microsoft.com/office/drawing/2014/main" id="{48B4C21F-CE38-47D1-9F71-25C435A17113}"/>
              </a:ext>
            </a:extLst>
          </p:cNvPr>
          <p:cNvSpPr txBox="1">
            <a:spLocks/>
          </p:cNvSpPr>
          <p:nvPr/>
        </p:nvSpPr>
        <p:spPr>
          <a:xfrm>
            <a:off x="468137" y="2787410"/>
            <a:ext cx="3502275" cy="414686"/>
          </a:xfrm>
          <a:prstGeom prst="rect">
            <a:avLst/>
          </a:prstGeom>
        </p:spPr>
        <p:txBody>
          <a:bodyPr anchor="b" anchorCtr="0"/>
          <a:lstStyle>
            <a:lvl1pPr marL="0" indent="0" algn="l">
              <a:buClr>
                <a:schemeClr val="tx2"/>
              </a:buClr>
              <a:buFont typeface="Arial" panose="020B0604020202020204" pitchFamily="34" charset="0"/>
              <a:buNone/>
              <a:defRPr sz="1400" b="1">
                <a:solidFill>
                  <a:schemeClr val="tx1"/>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GB" dirty="0"/>
              <a:t>conrad.wasko@sydney.edu.au</a:t>
            </a:r>
            <a:endParaRPr lang="en-US" dirty="0"/>
          </a:p>
        </p:txBody>
      </p:sp>
      <p:pic>
        <p:nvPicPr>
          <p:cNvPr id="5" name="Picture 4" descr="The University of Sydney">
            <a:extLst>
              <a:ext uri="{FF2B5EF4-FFF2-40B4-BE49-F238E27FC236}">
                <a16:creationId xmlns:a16="http://schemas.microsoft.com/office/drawing/2014/main" id="{64CD0582-9EF5-9A4D-89D4-A6A79CB49395}"/>
              </a:ext>
            </a:extLst>
          </p:cNvPr>
          <p:cNvPicPr>
            <a:picLocks noChangeAspect="1"/>
          </p:cNvPicPr>
          <p:nvPr/>
        </p:nvPicPr>
        <p:blipFill>
          <a:blip r:embed="rId4"/>
          <a:stretch>
            <a:fillRect/>
          </a:stretch>
        </p:blipFill>
        <p:spPr>
          <a:xfrm>
            <a:off x="583941" y="3611228"/>
            <a:ext cx="1558620" cy="548204"/>
          </a:xfrm>
          <a:prstGeom prst="rect">
            <a:avLst/>
          </a:prstGeom>
        </p:spPr>
      </p:pic>
    </p:spTree>
    <p:extLst>
      <p:ext uri="{BB962C8B-B14F-4D97-AF65-F5344CB8AC3E}">
        <p14:creationId xmlns:p14="http://schemas.microsoft.com/office/powerpoint/2010/main" val="3505197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2D0E6-FDC1-A72A-66A7-99AFFBEBCE63}"/>
              </a:ext>
            </a:extLst>
          </p:cNvPr>
          <p:cNvSpPr>
            <a:spLocks noGrp="1"/>
          </p:cNvSpPr>
          <p:nvPr>
            <p:ph type="title"/>
          </p:nvPr>
        </p:nvSpPr>
        <p:spPr>
          <a:xfrm>
            <a:off x="577850" y="736598"/>
            <a:ext cx="7988300" cy="369332"/>
          </a:xfrm>
        </p:spPr>
        <p:txBody>
          <a:bodyPr/>
          <a:lstStyle/>
          <a:p>
            <a:r>
              <a:rPr lang="en-AU" dirty="0"/>
              <a:t>References</a:t>
            </a:r>
          </a:p>
        </p:txBody>
      </p:sp>
      <p:sp>
        <p:nvSpPr>
          <p:cNvPr id="3" name="Text Placeholder 2">
            <a:extLst>
              <a:ext uri="{FF2B5EF4-FFF2-40B4-BE49-F238E27FC236}">
                <a16:creationId xmlns:a16="http://schemas.microsoft.com/office/drawing/2014/main" id="{9C1AB9F5-0397-DC67-4711-9FFE90C85C7B}"/>
              </a:ext>
            </a:extLst>
          </p:cNvPr>
          <p:cNvSpPr>
            <a:spLocks noGrp="1"/>
          </p:cNvSpPr>
          <p:nvPr>
            <p:ph type="body" sz="quarter" idx="10"/>
          </p:nvPr>
        </p:nvSpPr>
        <p:spPr>
          <a:xfrm>
            <a:off x="2743200" y="1428750"/>
            <a:ext cx="5822950" cy="2755900"/>
          </a:xfrm>
        </p:spPr>
        <p:txBody>
          <a:bodyPr/>
          <a:lstStyle/>
          <a:p>
            <a:pPr marL="0" indent="0">
              <a:buNone/>
            </a:pPr>
            <a:r>
              <a:rPr lang="en-US" dirty="0" err="1"/>
              <a:t>Stedinger</a:t>
            </a:r>
            <a:r>
              <a:rPr lang="en-US" dirty="0"/>
              <a:t>, J., Vogel, R., </a:t>
            </a:r>
            <a:r>
              <a:rPr lang="en-US" dirty="0" err="1"/>
              <a:t>Foufoula</a:t>
            </a:r>
            <a:r>
              <a:rPr lang="en-US" dirty="0"/>
              <a:t>-Georgiou, E., 1993. Chapter 18 - Frequency analysis of extreme events, in: Maidment, D. (Ed.), Handbook of Hydrology. McGraw-Hill.</a:t>
            </a:r>
          </a:p>
          <a:p>
            <a:endParaRPr lang="en-AU" dirty="0"/>
          </a:p>
        </p:txBody>
      </p:sp>
      <p:pic>
        <p:nvPicPr>
          <p:cNvPr id="1026" name="Picture 2" descr="Handbook of Hydrology : Maidment, David R.: Amazon.com.au: Books">
            <a:extLst>
              <a:ext uri="{FF2B5EF4-FFF2-40B4-BE49-F238E27FC236}">
                <a16:creationId xmlns:a16="http://schemas.microsoft.com/office/drawing/2014/main" id="{C9AEC840-468B-D2A0-A037-6849435AB6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7850" y="1428750"/>
            <a:ext cx="1828772" cy="293473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Regional Frequency Analysis: An Approach Based on L-Moments">
            <a:extLst>
              <a:ext uri="{FF2B5EF4-FFF2-40B4-BE49-F238E27FC236}">
                <a16:creationId xmlns:a16="http://schemas.microsoft.com/office/drawing/2014/main" id="{67F32078-14A2-D16B-D955-D6F84311A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2237766"/>
            <a:ext cx="1449533" cy="218056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978038B-D54A-57DD-F5AC-987D6BB6AE3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10400" y="2218716"/>
            <a:ext cx="1449534" cy="2202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371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772CE-B425-167B-BA32-648ABABB0592}"/>
              </a:ext>
            </a:extLst>
          </p:cNvPr>
          <p:cNvSpPr>
            <a:spLocks noGrp="1"/>
          </p:cNvSpPr>
          <p:nvPr>
            <p:ph type="title"/>
          </p:nvPr>
        </p:nvSpPr>
        <p:spPr>
          <a:xfrm>
            <a:off x="577850" y="736598"/>
            <a:ext cx="7988300" cy="369332"/>
          </a:xfrm>
        </p:spPr>
        <p:txBody>
          <a:bodyPr/>
          <a:lstStyle/>
          <a:p>
            <a:r>
              <a:rPr lang="en-AU" dirty="0"/>
              <a:t>Outline</a:t>
            </a:r>
          </a:p>
        </p:txBody>
      </p:sp>
      <p:sp>
        <p:nvSpPr>
          <p:cNvPr id="3" name="Text Placeholder 2">
            <a:extLst>
              <a:ext uri="{FF2B5EF4-FFF2-40B4-BE49-F238E27FC236}">
                <a16:creationId xmlns:a16="http://schemas.microsoft.com/office/drawing/2014/main" id="{C68C69E1-627B-3C80-0450-613138F07790}"/>
              </a:ext>
            </a:extLst>
          </p:cNvPr>
          <p:cNvSpPr>
            <a:spLocks noGrp="1"/>
          </p:cNvSpPr>
          <p:nvPr>
            <p:ph type="body" sz="quarter" idx="10"/>
          </p:nvPr>
        </p:nvSpPr>
        <p:spPr>
          <a:xfrm>
            <a:off x="843399" y="1428750"/>
            <a:ext cx="6684962" cy="1981200"/>
          </a:xfrm>
        </p:spPr>
        <p:txBody>
          <a:bodyPr/>
          <a:lstStyle/>
          <a:p>
            <a:pPr marL="0" indent="0">
              <a:buNone/>
            </a:pPr>
            <a:r>
              <a:rPr lang="en-AU" dirty="0"/>
              <a:t>What is covered:</a:t>
            </a:r>
          </a:p>
          <a:p>
            <a:r>
              <a:rPr lang="en-AU" dirty="0"/>
              <a:t>Why non-stationary extreme value analysis?</a:t>
            </a:r>
          </a:p>
          <a:p>
            <a:r>
              <a:rPr lang="en-AU" dirty="0"/>
              <a:t>The very basics of extreme value theory (theoretical justification)</a:t>
            </a:r>
          </a:p>
          <a:p>
            <a:r>
              <a:rPr lang="en-AU" dirty="0"/>
              <a:t>Fitting a stationary and non-stationary model </a:t>
            </a:r>
          </a:p>
          <a:p>
            <a:r>
              <a:rPr lang="en-AU" dirty="0"/>
              <a:t>Exercise</a:t>
            </a:r>
          </a:p>
          <a:p>
            <a:r>
              <a:rPr lang="en-AU" dirty="0"/>
              <a:t>A comment on deductive vs inductive reasoning</a:t>
            </a:r>
          </a:p>
          <a:p>
            <a:r>
              <a:rPr lang="en-AU" dirty="0"/>
              <a:t>Extensions/applications</a:t>
            </a:r>
          </a:p>
          <a:p>
            <a:endParaRPr lang="en-AU" dirty="0"/>
          </a:p>
          <a:p>
            <a:r>
              <a:rPr lang="en-AU" b="1" dirty="0"/>
              <a:t>https://github.com/conradwasko/stahy2026</a:t>
            </a:r>
          </a:p>
          <a:p>
            <a:pPr marL="0" indent="0">
              <a:buNone/>
            </a:pPr>
            <a:endParaRPr lang="en-AU" dirty="0"/>
          </a:p>
          <a:p>
            <a:pPr marL="0" indent="0">
              <a:buNone/>
            </a:pPr>
            <a:r>
              <a:rPr lang="en-AU" dirty="0"/>
              <a:t>What is not covered:</a:t>
            </a:r>
          </a:p>
          <a:p>
            <a:pPr>
              <a:buFontTx/>
              <a:buChar char="-"/>
            </a:pPr>
            <a:r>
              <a:rPr lang="en-AU" dirty="0"/>
              <a:t>Peak over threshold sampling and fitting</a:t>
            </a:r>
          </a:p>
          <a:p>
            <a:pPr>
              <a:buFontTx/>
              <a:buChar char="-"/>
            </a:pPr>
            <a:r>
              <a:rPr lang="en-AU" dirty="0"/>
              <a:t>Different methods of parameter estimation </a:t>
            </a:r>
          </a:p>
          <a:p>
            <a:endParaRPr lang="en-AU" dirty="0"/>
          </a:p>
          <a:p>
            <a:endParaRPr lang="en-AU" dirty="0"/>
          </a:p>
        </p:txBody>
      </p:sp>
    </p:spTree>
    <p:extLst>
      <p:ext uri="{BB962C8B-B14F-4D97-AF65-F5344CB8AC3E}">
        <p14:creationId xmlns:p14="http://schemas.microsoft.com/office/powerpoint/2010/main" val="617924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E3E9E-C4D0-C1BE-ABA1-4AAEEC553984}"/>
              </a:ext>
            </a:extLst>
          </p:cNvPr>
          <p:cNvSpPr>
            <a:spLocks noGrp="1"/>
          </p:cNvSpPr>
          <p:nvPr>
            <p:ph type="title"/>
          </p:nvPr>
        </p:nvSpPr>
        <p:spPr>
          <a:xfrm>
            <a:off x="577850" y="736598"/>
            <a:ext cx="7988300" cy="369332"/>
          </a:xfrm>
        </p:spPr>
        <p:txBody>
          <a:bodyPr/>
          <a:lstStyle/>
          <a:p>
            <a:r>
              <a:rPr lang="en-AU" dirty="0"/>
              <a:t>Motivation</a:t>
            </a:r>
          </a:p>
        </p:txBody>
      </p:sp>
      <p:sp>
        <p:nvSpPr>
          <p:cNvPr id="3" name="Text Placeholder 2">
            <a:extLst>
              <a:ext uri="{FF2B5EF4-FFF2-40B4-BE49-F238E27FC236}">
                <a16:creationId xmlns:a16="http://schemas.microsoft.com/office/drawing/2014/main" id="{EF34737A-F558-929B-0259-7310446D90CA}"/>
              </a:ext>
            </a:extLst>
          </p:cNvPr>
          <p:cNvSpPr>
            <a:spLocks noGrp="1"/>
          </p:cNvSpPr>
          <p:nvPr>
            <p:ph type="body" sz="quarter" idx="10"/>
          </p:nvPr>
        </p:nvSpPr>
        <p:spPr>
          <a:xfrm>
            <a:off x="1881188" y="1620791"/>
            <a:ext cx="5586412" cy="1143000"/>
          </a:xfrm>
        </p:spPr>
        <p:txBody>
          <a:bodyPr/>
          <a:lstStyle/>
          <a:p>
            <a:r>
              <a:rPr lang="en-AU" dirty="0"/>
              <a:t>Rare (low probability events)</a:t>
            </a:r>
          </a:p>
          <a:p>
            <a:pPr lvl="1"/>
            <a:r>
              <a:rPr lang="en-AU" dirty="0"/>
              <a:t>AEP (annual exceedance probability) e.g. 0.01 or 1% or 1 in 100</a:t>
            </a:r>
          </a:p>
          <a:p>
            <a:pPr lvl="1"/>
            <a:r>
              <a:rPr lang="en-AU" dirty="0"/>
              <a:t>ARI (average recurrence interval) e.g. 100 year</a:t>
            </a:r>
          </a:p>
          <a:p>
            <a:pPr lvl="1"/>
            <a:endParaRPr lang="en-AU" dirty="0"/>
          </a:p>
        </p:txBody>
      </p:sp>
      <p:sp>
        <p:nvSpPr>
          <p:cNvPr id="4" name="Text Placeholder 2">
            <a:extLst>
              <a:ext uri="{FF2B5EF4-FFF2-40B4-BE49-F238E27FC236}">
                <a16:creationId xmlns:a16="http://schemas.microsoft.com/office/drawing/2014/main" id="{99FB2D8B-B4B5-D192-9456-B9AD85B671D4}"/>
              </a:ext>
            </a:extLst>
          </p:cNvPr>
          <p:cNvSpPr txBox="1">
            <a:spLocks/>
          </p:cNvSpPr>
          <p:nvPr/>
        </p:nvSpPr>
        <p:spPr>
          <a:xfrm>
            <a:off x="1889188" y="2388525"/>
            <a:ext cx="6348412" cy="2755900"/>
          </a:xfrm>
          <a:prstGeom prst="rect">
            <a:avLst/>
          </a:prstGeom>
        </p:spPr>
        <p:txBody>
          <a:bodyPr wrap="square" lIns="0" tIns="0" rIns="0" bIns="0">
            <a:noAutofit/>
          </a:bodyPr>
          <a:lstStyle>
            <a:lvl1pPr marL="171450" indent="-171450">
              <a:buClr>
                <a:schemeClr val="tx1"/>
              </a:buClr>
              <a:buFont typeface="System Font Regular"/>
              <a:buChar char="-"/>
              <a:defRPr sz="1300" b="0" i="0">
                <a:solidFill>
                  <a:srgbClr val="3C3C3B"/>
                </a:solidFill>
                <a:latin typeface="Arial"/>
                <a:ea typeface="+mn-ea"/>
                <a:cs typeface="Arial"/>
              </a:defRPr>
            </a:lvl1pPr>
            <a:lvl2pPr marL="628650" indent="-171450">
              <a:buClr>
                <a:schemeClr val="tx1"/>
              </a:buClr>
              <a:buFont typeface="System Font Regular"/>
              <a:buChar char="-"/>
              <a:defRPr sz="1300">
                <a:solidFill>
                  <a:schemeClr val="tx2"/>
                </a:solidFill>
                <a:latin typeface="+mn-lt"/>
                <a:ea typeface="+mn-ea"/>
                <a:cs typeface="+mn-cs"/>
              </a:defRPr>
            </a:lvl2pPr>
            <a:lvl3pPr marL="1085850" indent="-171450">
              <a:buClr>
                <a:schemeClr val="tx1"/>
              </a:buClr>
              <a:buFont typeface="System Font Regular"/>
              <a:buChar char="-"/>
              <a:defRPr sz="1300">
                <a:solidFill>
                  <a:schemeClr val="tx2"/>
                </a:solidFill>
                <a:latin typeface="+mn-lt"/>
                <a:ea typeface="+mn-ea"/>
                <a:cs typeface="+mn-cs"/>
              </a:defRPr>
            </a:lvl3pPr>
            <a:lvl4pPr marL="1543050" indent="-171450">
              <a:buClr>
                <a:schemeClr val="tx1"/>
              </a:buClr>
              <a:buFont typeface="System Font Regular"/>
              <a:buChar char="-"/>
              <a:defRPr sz="1300">
                <a:solidFill>
                  <a:schemeClr val="tx2"/>
                </a:solidFill>
                <a:latin typeface="+mn-lt"/>
                <a:ea typeface="+mn-ea"/>
                <a:cs typeface="+mn-cs"/>
              </a:defRPr>
            </a:lvl4pPr>
            <a:lvl5pPr marL="2000250" indent="-171450">
              <a:buClr>
                <a:schemeClr val="tx1"/>
              </a:buClr>
              <a:buFont typeface="System Font Regular"/>
              <a:buChar char="-"/>
              <a:defRPr sz="1300">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AU" dirty="0"/>
              <a:t>High consequence</a:t>
            </a:r>
          </a:p>
          <a:p>
            <a:pPr lvl="1"/>
            <a:r>
              <a:rPr lang="en-US" dirty="0"/>
              <a:t>How strong to make buildings to resist wind loads</a:t>
            </a:r>
          </a:p>
          <a:p>
            <a:pPr lvl="1"/>
            <a:r>
              <a:rPr lang="en-US" dirty="0"/>
              <a:t>How high to build sea walls to prevent overtopping from tides and waves</a:t>
            </a:r>
          </a:p>
          <a:p>
            <a:pPr lvl="1"/>
            <a:r>
              <a:rPr lang="en-US" dirty="0"/>
              <a:t>How large to make a reservoir to survive a drought</a:t>
            </a:r>
          </a:p>
          <a:p>
            <a:pPr lvl="1"/>
            <a:r>
              <a:rPr lang="en-US" dirty="0"/>
              <a:t>How big should a spillway be so a dam doesn’t fail</a:t>
            </a:r>
          </a:p>
          <a:p>
            <a:pPr lvl="1"/>
            <a:r>
              <a:rPr lang="en-US" dirty="0"/>
              <a:t>How many hospital beds do we need for a heatwave</a:t>
            </a:r>
          </a:p>
          <a:p>
            <a:pPr lvl="1"/>
            <a:endParaRPr lang="en-US" dirty="0"/>
          </a:p>
          <a:p>
            <a:pPr marL="0" indent="0">
              <a:buFont typeface="System Font Regular"/>
              <a:buNone/>
            </a:pPr>
            <a:endParaRPr lang="en-AU" dirty="0"/>
          </a:p>
          <a:p>
            <a:pPr marL="0" indent="0">
              <a:buFont typeface="System Font Regular"/>
              <a:buNone/>
            </a:pPr>
            <a:r>
              <a:rPr lang="en-AU" dirty="0"/>
              <a:t>We do this using extreme value theory.</a:t>
            </a:r>
          </a:p>
          <a:p>
            <a:pPr marL="457200" lvl="1" indent="0">
              <a:buFont typeface="System Font Regular"/>
              <a:buNone/>
            </a:pPr>
            <a:endParaRPr lang="en-US" dirty="0"/>
          </a:p>
        </p:txBody>
      </p:sp>
    </p:spTree>
    <p:extLst>
      <p:ext uri="{BB962C8B-B14F-4D97-AF65-F5344CB8AC3E}">
        <p14:creationId xmlns:p14="http://schemas.microsoft.com/office/powerpoint/2010/main" val="263306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CD4C1-D58A-87FF-1DA3-2B869A945864}"/>
              </a:ext>
            </a:extLst>
          </p:cNvPr>
          <p:cNvSpPr>
            <a:spLocks noGrp="1"/>
          </p:cNvSpPr>
          <p:nvPr>
            <p:ph type="title"/>
          </p:nvPr>
        </p:nvSpPr>
        <p:spPr>
          <a:xfrm>
            <a:off x="577850" y="736598"/>
            <a:ext cx="7988300" cy="369332"/>
          </a:xfrm>
        </p:spPr>
        <p:txBody>
          <a:bodyPr/>
          <a:lstStyle/>
          <a:p>
            <a:r>
              <a:rPr lang="en-AU" dirty="0"/>
              <a:t>Theoretical basis </a:t>
            </a:r>
          </a:p>
        </p:txBody>
      </p:sp>
      <p:sp>
        <p:nvSpPr>
          <p:cNvPr id="3" name="Text Placeholder 2">
            <a:extLst>
              <a:ext uri="{FF2B5EF4-FFF2-40B4-BE49-F238E27FC236}">
                <a16:creationId xmlns:a16="http://schemas.microsoft.com/office/drawing/2014/main" id="{A4886727-E934-285E-AC29-8E0317B22CFB}"/>
              </a:ext>
            </a:extLst>
          </p:cNvPr>
          <p:cNvSpPr>
            <a:spLocks noGrp="1"/>
          </p:cNvSpPr>
          <p:nvPr>
            <p:ph type="body" sz="quarter" idx="10"/>
          </p:nvPr>
        </p:nvSpPr>
        <p:spPr>
          <a:xfrm>
            <a:off x="1881188" y="1809750"/>
            <a:ext cx="6272212" cy="2755900"/>
          </a:xfrm>
        </p:spPr>
        <p:txBody>
          <a:bodyPr/>
          <a:lstStyle/>
          <a:p>
            <a:r>
              <a:rPr lang="en-AU" dirty="0"/>
              <a:t>The CLT: </a:t>
            </a:r>
            <a:r>
              <a:rPr lang="en-US" dirty="0"/>
              <a:t>In probability theory, the Central Limit Theorem (CLT) states that, under appropriate conditions, the distribution of a normalized version of the sample mean converges to a standard normal distribution (source: Wikipedia).</a:t>
            </a:r>
          </a:p>
          <a:p>
            <a:endParaRPr lang="en-US" dirty="0"/>
          </a:p>
          <a:p>
            <a:r>
              <a:rPr lang="en-US" dirty="0"/>
              <a:t>In EVT: The Fisher–Tippett–</a:t>
            </a:r>
            <a:r>
              <a:rPr lang="en-US" dirty="0" err="1"/>
              <a:t>Gnedenko</a:t>
            </a:r>
            <a:r>
              <a:rPr lang="en-US" dirty="0"/>
              <a:t> theorem is a general result in extreme value theory regarding asymptotic distribution of extreme order statistics. The maximum of a sample of </a:t>
            </a:r>
            <a:r>
              <a:rPr lang="en-US" dirty="0" err="1"/>
              <a:t>i.i.d</a:t>
            </a:r>
            <a:r>
              <a:rPr lang="en-US" dirty="0"/>
              <a:t> random variables after proper renormalization can only converge in distribution to one of three possible distribution families: the Gumbel distribution, the Fréchet distribution, or the Weibull distribution – the parent of which is the Generalized Extreme Value (GEV) distribution (source: Wikipedia).</a:t>
            </a:r>
            <a:endParaRPr lang="en-AU" dirty="0"/>
          </a:p>
        </p:txBody>
      </p:sp>
    </p:spTree>
    <p:extLst>
      <p:ext uri="{BB962C8B-B14F-4D97-AF65-F5344CB8AC3E}">
        <p14:creationId xmlns:p14="http://schemas.microsoft.com/office/powerpoint/2010/main" val="405380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A01A6-6D19-F513-4D4B-A45F062576D0}"/>
              </a:ext>
            </a:extLst>
          </p:cNvPr>
          <p:cNvSpPr>
            <a:spLocks noGrp="1"/>
          </p:cNvSpPr>
          <p:nvPr>
            <p:ph type="title"/>
          </p:nvPr>
        </p:nvSpPr>
        <p:spPr>
          <a:xfrm>
            <a:off x="577850" y="736598"/>
            <a:ext cx="7988300" cy="369332"/>
          </a:xfrm>
        </p:spPr>
        <p:txBody>
          <a:bodyPr/>
          <a:lstStyle/>
          <a:p>
            <a:r>
              <a:rPr lang="en-AU" dirty="0"/>
              <a:t>The GEV</a:t>
            </a:r>
          </a:p>
        </p:txBody>
      </p:sp>
      <p:pic>
        <p:nvPicPr>
          <p:cNvPr id="5" name="Picture 4">
            <a:extLst>
              <a:ext uri="{FF2B5EF4-FFF2-40B4-BE49-F238E27FC236}">
                <a16:creationId xmlns:a16="http://schemas.microsoft.com/office/drawing/2014/main" id="{7B3F3BCE-DB26-DBFA-36FB-9D3E2B281772}"/>
              </a:ext>
            </a:extLst>
          </p:cNvPr>
          <p:cNvPicPr>
            <a:picLocks noChangeAspect="1"/>
          </p:cNvPicPr>
          <p:nvPr/>
        </p:nvPicPr>
        <p:blipFill>
          <a:blip r:embed="rId2"/>
          <a:stretch>
            <a:fillRect/>
          </a:stretch>
        </p:blipFill>
        <p:spPr>
          <a:xfrm>
            <a:off x="2286000" y="2545080"/>
            <a:ext cx="4251524" cy="903318"/>
          </a:xfrm>
          <a:prstGeom prst="rect">
            <a:avLst/>
          </a:prstGeom>
        </p:spPr>
      </p:pic>
      <p:pic>
        <p:nvPicPr>
          <p:cNvPr id="6" name="Picture 5">
            <a:extLst>
              <a:ext uri="{FF2B5EF4-FFF2-40B4-BE49-F238E27FC236}">
                <a16:creationId xmlns:a16="http://schemas.microsoft.com/office/drawing/2014/main" id="{F67751D4-FE8C-5B67-F51E-8F668343D18D}"/>
              </a:ext>
            </a:extLst>
          </p:cNvPr>
          <p:cNvPicPr>
            <a:picLocks noChangeAspect="1"/>
          </p:cNvPicPr>
          <p:nvPr/>
        </p:nvPicPr>
        <p:blipFill>
          <a:blip r:embed="rId3"/>
          <a:stretch>
            <a:fillRect/>
          </a:stretch>
        </p:blipFill>
        <p:spPr>
          <a:xfrm>
            <a:off x="2819400" y="1504950"/>
            <a:ext cx="3022794" cy="816560"/>
          </a:xfrm>
          <a:prstGeom prst="rect">
            <a:avLst/>
          </a:prstGeom>
        </p:spPr>
      </p:pic>
      <p:sp>
        <p:nvSpPr>
          <p:cNvPr id="7" name="TextBox 6">
            <a:extLst>
              <a:ext uri="{FF2B5EF4-FFF2-40B4-BE49-F238E27FC236}">
                <a16:creationId xmlns:a16="http://schemas.microsoft.com/office/drawing/2014/main" id="{F766D10C-EEC2-5CBF-DEF5-52F4A7C849A6}"/>
              </a:ext>
            </a:extLst>
          </p:cNvPr>
          <p:cNvSpPr txBox="1"/>
          <p:nvPr/>
        </p:nvSpPr>
        <p:spPr>
          <a:xfrm>
            <a:off x="457200" y="4176069"/>
            <a:ext cx="7162800" cy="492443"/>
          </a:xfrm>
          <a:prstGeom prst="rect">
            <a:avLst/>
          </a:prstGeom>
          <a:noFill/>
        </p:spPr>
        <p:txBody>
          <a:bodyPr wrap="square" rtlCol="0">
            <a:spAutoFit/>
          </a:bodyPr>
          <a:lstStyle/>
          <a:p>
            <a:r>
              <a:rPr lang="en-AU" sz="1300" dirty="0">
                <a:solidFill>
                  <a:srgbClr val="3C3C3B"/>
                </a:solidFill>
                <a:latin typeface="Arial"/>
                <a:ea typeface="+mn-ea"/>
                <a:cs typeface="Arial"/>
              </a:rPr>
              <a:t>Note: Hosking and Wallis, and </a:t>
            </a:r>
            <a:r>
              <a:rPr lang="en-AU" sz="1300" dirty="0" err="1">
                <a:solidFill>
                  <a:srgbClr val="3C3C3B"/>
                </a:solidFill>
                <a:latin typeface="Arial"/>
                <a:ea typeface="+mn-ea"/>
                <a:cs typeface="Arial"/>
              </a:rPr>
              <a:t>Stedinger</a:t>
            </a:r>
            <a:r>
              <a:rPr lang="en-AU" sz="1300" dirty="0">
                <a:solidFill>
                  <a:srgbClr val="3C3C3B"/>
                </a:solidFill>
                <a:latin typeface="Arial"/>
                <a:ea typeface="+mn-ea"/>
                <a:cs typeface="Arial"/>
              </a:rPr>
              <a:t> et al in Handbook of Hydrology have the shape parameter as the opposite (negative) of what I have here, which follows the Coles textbook</a:t>
            </a:r>
            <a:r>
              <a:rPr lang="en-AU" sz="1200" dirty="0"/>
              <a:t>.</a:t>
            </a:r>
          </a:p>
        </p:txBody>
      </p:sp>
      <p:cxnSp>
        <p:nvCxnSpPr>
          <p:cNvPr id="4" name="Straight Arrow Connector 3">
            <a:extLst>
              <a:ext uri="{FF2B5EF4-FFF2-40B4-BE49-F238E27FC236}">
                <a16:creationId xmlns:a16="http://schemas.microsoft.com/office/drawing/2014/main" id="{81BBE23F-0D5F-C40F-FE79-E05EC3C7EF59}"/>
              </a:ext>
            </a:extLst>
          </p:cNvPr>
          <p:cNvCxnSpPr>
            <a:cxnSpLocks/>
          </p:cNvCxnSpPr>
          <p:nvPr/>
        </p:nvCxnSpPr>
        <p:spPr>
          <a:xfrm flipH="1">
            <a:off x="5105400" y="1190960"/>
            <a:ext cx="228600" cy="390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738BB29-9495-8911-828A-B2F79057F6B1}"/>
              </a:ext>
            </a:extLst>
          </p:cNvPr>
          <p:cNvCxnSpPr>
            <a:cxnSpLocks/>
          </p:cNvCxnSpPr>
          <p:nvPr/>
        </p:nvCxnSpPr>
        <p:spPr>
          <a:xfrm flipH="1" flipV="1">
            <a:off x="4991100" y="2131010"/>
            <a:ext cx="495300" cy="319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E0E3772-A058-C97A-F7B9-E62D3A328E2B}"/>
              </a:ext>
            </a:extLst>
          </p:cNvPr>
          <p:cNvCxnSpPr>
            <a:cxnSpLocks/>
          </p:cNvCxnSpPr>
          <p:nvPr/>
        </p:nvCxnSpPr>
        <p:spPr>
          <a:xfrm flipH="1">
            <a:off x="5715000" y="1493520"/>
            <a:ext cx="482406" cy="161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A294C8D-3084-58CB-E882-AF5816320151}"/>
              </a:ext>
            </a:extLst>
          </p:cNvPr>
          <p:cNvSpPr txBox="1"/>
          <p:nvPr/>
        </p:nvSpPr>
        <p:spPr>
          <a:xfrm>
            <a:off x="5332314" y="1011528"/>
            <a:ext cx="623889" cy="246221"/>
          </a:xfrm>
          <a:prstGeom prst="rect">
            <a:avLst/>
          </a:prstGeom>
          <a:noFill/>
        </p:spPr>
        <p:txBody>
          <a:bodyPr wrap="none" rtlCol="0">
            <a:spAutoFit/>
          </a:bodyPr>
          <a:lstStyle/>
          <a:p>
            <a:r>
              <a:rPr lang="en-AU" sz="1000" dirty="0"/>
              <a:t>location</a:t>
            </a:r>
          </a:p>
        </p:txBody>
      </p:sp>
      <p:sp>
        <p:nvSpPr>
          <p:cNvPr id="15" name="TextBox 14">
            <a:extLst>
              <a:ext uri="{FF2B5EF4-FFF2-40B4-BE49-F238E27FC236}">
                <a16:creationId xmlns:a16="http://schemas.microsoft.com/office/drawing/2014/main" id="{FC00B034-3883-CC49-F783-BF7619CB37D7}"/>
              </a:ext>
            </a:extLst>
          </p:cNvPr>
          <p:cNvSpPr txBox="1"/>
          <p:nvPr/>
        </p:nvSpPr>
        <p:spPr>
          <a:xfrm>
            <a:off x="6223194" y="1343450"/>
            <a:ext cx="530915" cy="246221"/>
          </a:xfrm>
          <a:prstGeom prst="rect">
            <a:avLst/>
          </a:prstGeom>
          <a:noFill/>
        </p:spPr>
        <p:txBody>
          <a:bodyPr wrap="none" rtlCol="0">
            <a:spAutoFit/>
          </a:bodyPr>
          <a:lstStyle/>
          <a:p>
            <a:r>
              <a:rPr lang="en-AU" sz="1000" dirty="0"/>
              <a:t>shape</a:t>
            </a:r>
          </a:p>
        </p:txBody>
      </p:sp>
      <p:sp>
        <p:nvSpPr>
          <p:cNvPr id="16" name="TextBox 15">
            <a:extLst>
              <a:ext uri="{FF2B5EF4-FFF2-40B4-BE49-F238E27FC236}">
                <a16:creationId xmlns:a16="http://schemas.microsoft.com/office/drawing/2014/main" id="{261238FE-F4D7-4ED6-3D3C-7B84DC1512FE}"/>
              </a:ext>
            </a:extLst>
          </p:cNvPr>
          <p:cNvSpPr txBox="1"/>
          <p:nvPr/>
        </p:nvSpPr>
        <p:spPr>
          <a:xfrm>
            <a:off x="5486400" y="2327388"/>
            <a:ext cx="482824" cy="246221"/>
          </a:xfrm>
          <a:prstGeom prst="rect">
            <a:avLst/>
          </a:prstGeom>
          <a:noFill/>
        </p:spPr>
        <p:txBody>
          <a:bodyPr wrap="none" rtlCol="0">
            <a:spAutoFit/>
          </a:bodyPr>
          <a:lstStyle/>
          <a:p>
            <a:r>
              <a:rPr lang="en-AU" sz="1000" dirty="0"/>
              <a:t>scale</a:t>
            </a:r>
          </a:p>
        </p:txBody>
      </p:sp>
    </p:spTree>
    <p:extLst>
      <p:ext uri="{BB962C8B-B14F-4D97-AF65-F5344CB8AC3E}">
        <p14:creationId xmlns:p14="http://schemas.microsoft.com/office/powerpoint/2010/main" val="238290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40C8A-1101-6C01-0CEC-89144CDE81EB}"/>
              </a:ext>
            </a:extLst>
          </p:cNvPr>
          <p:cNvSpPr>
            <a:spLocks noGrp="1"/>
          </p:cNvSpPr>
          <p:nvPr>
            <p:ph type="title"/>
          </p:nvPr>
        </p:nvSpPr>
        <p:spPr>
          <a:xfrm>
            <a:off x="577850" y="736598"/>
            <a:ext cx="7988300" cy="369332"/>
          </a:xfrm>
        </p:spPr>
        <p:txBody>
          <a:bodyPr/>
          <a:lstStyle/>
          <a:p>
            <a:r>
              <a:rPr lang="en-AU" dirty="0"/>
              <a:t>Tail behaviour</a:t>
            </a:r>
          </a:p>
        </p:txBody>
      </p:sp>
      <p:pic>
        <p:nvPicPr>
          <p:cNvPr id="5" name="Picture 4">
            <a:extLst>
              <a:ext uri="{FF2B5EF4-FFF2-40B4-BE49-F238E27FC236}">
                <a16:creationId xmlns:a16="http://schemas.microsoft.com/office/drawing/2014/main" id="{51ABB11F-6352-5692-A575-FA9DABF66A8E}"/>
              </a:ext>
            </a:extLst>
          </p:cNvPr>
          <p:cNvPicPr>
            <a:picLocks noChangeAspect="1"/>
          </p:cNvPicPr>
          <p:nvPr/>
        </p:nvPicPr>
        <p:blipFill>
          <a:blip r:embed="rId2"/>
          <a:stretch>
            <a:fillRect/>
          </a:stretch>
        </p:blipFill>
        <p:spPr>
          <a:xfrm>
            <a:off x="152400" y="1190496"/>
            <a:ext cx="4176204" cy="2375509"/>
          </a:xfrm>
          <a:prstGeom prst="rect">
            <a:avLst/>
          </a:prstGeom>
        </p:spPr>
      </p:pic>
      <p:pic>
        <p:nvPicPr>
          <p:cNvPr id="7" name="Picture 6">
            <a:extLst>
              <a:ext uri="{FF2B5EF4-FFF2-40B4-BE49-F238E27FC236}">
                <a16:creationId xmlns:a16="http://schemas.microsoft.com/office/drawing/2014/main" id="{3A0C8CE5-B603-27CE-EF1D-6C796DAF6247}"/>
              </a:ext>
            </a:extLst>
          </p:cNvPr>
          <p:cNvPicPr>
            <a:picLocks noChangeAspect="1"/>
          </p:cNvPicPr>
          <p:nvPr/>
        </p:nvPicPr>
        <p:blipFill>
          <a:blip r:embed="rId3"/>
          <a:stretch>
            <a:fillRect/>
          </a:stretch>
        </p:blipFill>
        <p:spPr>
          <a:xfrm>
            <a:off x="4419599" y="285750"/>
            <a:ext cx="4032197" cy="2499807"/>
          </a:xfrm>
          <a:prstGeom prst="rect">
            <a:avLst/>
          </a:prstGeom>
        </p:spPr>
      </p:pic>
      <p:sp>
        <p:nvSpPr>
          <p:cNvPr id="4" name="TextBox 3">
            <a:extLst>
              <a:ext uri="{FF2B5EF4-FFF2-40B4-BE49-F238E27FC236}">
                <a16:creationId xmlns:a16="http://schemas.microsoft.com/office/drawing/2014/main" id="{8577B0A1-3F1E-3A65-3A86-AF3A2CE4C5C4}"/>
              </a:ext>
            </a:extLst>
          </p:cNvPr>
          <p:cNvSpPr txBox="1"/>
          <p:nvPr/>
        </p:nvSpPr>
        <p:spPr>
          <a:xfrm>
            <a:off x="1324867" y="3048048"/>
            <a:ext cx="915635"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AU" dirty="0">
                <a:solidFill>
                  <a:schemeClr val="accent1"/>
                </a:solidFill>
              </a:rPr>
              <a:t>Claude</a:t>
            </a:r>
          </a:p>
        </p:txBody>
      </p:sp>
      <p:sp>
        <p:nvSpPr>
          <p:cNvPr id="6" name="TextBox 5">
            <a:extLst>
              <a:ext uri="{FF2B5EF4-FFF2-40B4-BE49-F238E27FC236}">
                <a16:creationId xmlns:a16="http://schemas.microsoft.com/office/drawing/2014/main" id="{84EB9C71-D972-CE31-9DB2-6D053A24CAE0}"/>
              </a:ext>
            </a:extLst>
          </p:cNvPr>
          <p:cNvSpPr txBox="1"/>
          <p:nvPr/>
        </p:nvSpPr>
        <p:spPr>
          <a:xfrm>
            <a:off x="6096000" y="161586"/>
            <a:ext cx="1915909"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AU" dirty="0" err="1">
                <a:solidFill>
                  <a:schemeClr val="accent1"/>
                </a:solidFill>
              </a:rPr>
              <a:t>lmom</a:t>
            </a:r>
            <a:r>
              <a:rPr lang="en-AU" dirty="0">
                <a:solidFill>
                  <a:schemeClr val="accent1"/>
                </a:solidFill>
              </a:rPr>
              <a:t> R package</a:t>
            </a:r>
          </a:p>
        </p:txBody>
      </p:sp>
      <p:pic>
        <p:nvPicPr>
          <p:cNvPr id="10" name="Picture 9">
            <a:extLst>
              <a:ext uri="{FF2B5EF4-FFF2-40B4-BE49-F238E27FC236}">
                <a16:creationId xmlns:a16="http://schemas.microsoft.com/office/drawing/2014/main" id="{F85F1A1B-B30A-1358-7FE0-F48367BC61C1}"/>
              </a:ext>
            </a:extLst>
          </p:cNvPr>
          <p:cNvPicPr>
            <a:picLocks noChangeAspect="1"/>
          </p:cNvPicPr>
          <p:nvPr/>
        </p:nvPicPr>
        <p:blipFill>
          <a:blip r:embed="rId4"/>
          <a:stretch>
            <a:fillRect/>
          </a:stretch>
        </p:blipFill>
        <p:spPr>
          <a:xfrm>
            <a:off x="3405349" y="2995596"/>
            <a:ext cx="5250049" cy="1914816"/>
          </a:xfrm>
          <a:prstGeom prst="rect">
            <a:avLst/>
          </a:prstGeom>
        </p:spPr>
      </p:pic>
      <p:sp>
        <p:nvSpPr>
          <p:cNvPr id="11" name="TextBox 10">
            <a:extLst>
              <a:ext uri="{FF2B5EF4-FFF2-40B4-BE49-F238E27FC236}">
                <a16:creationId xmlns:a16="http://schemas.microsoft.com/office/drawing/2014/main" id="{EA633982-3D63-6D6C-D064-25FA7484814A}"/>
              </a:ext>
            </a:extLst>
          </p:cNvPr>
          <p:cNvSpPr txBox="1"/>
          <p:nvPr/>
        </p:nvSpPr>
        <p:spPr>
          <a:xfrm>
            <a:off x="5858755" y="3867150"/>
            <a:ext cx="2390398"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AU" dirty="0" err="1">
                <a:solidFill>
                  <a:schemeClr val="accent1"/>
                </a:solidFill>
              </a:rPr>
              <a:t>extRemes</a:t>
            </a:r>
            <a:r>
              <a:rPr lang="en-AU" dirty="0">
                <a:solidFill>
                  <a:schemeClr val="accent1"/>
                </a:solidFill>
              </a:rPr>
              <a:t> R package</a:t>
            </a:r>
          </a:p>
        </p:txBody>
      </p:sp>
    </p:spTree>
    <p:extLst>
      <p:ext uri="{BB962C8B-B14F-4D97-AF65-F5344CB8AC3E}">
        <p14:creationId xmlns:p14="http://schemas.microsoft.com/office/powerpoint/2010/main" val="280839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A9B4-666A-D7D6-E1DC-6AD8F5FA1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1BBE7-CD5B-6A37-A0CB-C697B3F7569B}"/>
              </a:ext>
            </a:extLst>
          </p:cNvPr>
          <p:cNvSpPr>
            <a:spLocks noGrp="1"/>
          </p:cNvSpPr>
          <p:nvPr>
            <p:ph type="title"/>
          </p:nvPr>
        </p:nvSpPr>
        <p:spPr>
          <a:xfrm>
            <a:off x="577850" y="736598"/>
            <a:ext cx="7988300" cy="369332"/>
          </a:xfrm>
        </p:spPr>
        <p:txBody>
          <a:bodyPr/>
          <a:lstStyle/>
          <a:p>
            <a:r>
              <a:rPr lang="en-AU" dirty="0"/>
              <a:t>Demo</a:t>
            </a:r>
          </a:p>
        </p:txBody>
      </p:sp>
      <p:pic>
        <p:nvPicPr>
          <p:cNvPr id="6" name="Picture 5">
            <a:extLst>
              <a:ext uri="{FF2B5EF4-FFF2-40B4-BE49-F238E27FC236}">
                <a16:creationId xmlns:a16="http://schemas.microsoft.com/office/drawing/2014/main" id="{290A2B1F-56A7-5CCF-8313-EE4B25B463B4}"/>
              </a:ext>
            </a:extLst>
          </p:cNvPr>
          <p:cNvPicPr>
            <a:picLocks noChangeAspect="1"/>
          </p:cNvPicPr>
          <p:nvPr/>
        </p:nvPicPr>
        <p:blipFill>
          <a:blip r:embed="rId2"/>
          <a:stretch>
            <a:fillRect/>
          </a:stretch>
        </p:blipFill>
        <p:spPr>
          <a:xfrm>
            <a:off x="533400" y="1105930"/>
            <a:ext cx="5540643" cy="3524582"/>
          </a:xfrm>
          <a:prstGeom prst="rect">
            <a:avLst/>
          </a:prstGeom>
        </p:spPr>
      </p:pic>
    </p:spTree>
    <p:extLst>
      <p:ext uri="{BB962C8B-B14F-4D97-AF65-F5344CB8AC3E}">
        <p14:creationId xmlns:p14="http://schemas.microsoft.com/office/powerpoint/2010/main" val="1541127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DC8E5A-A50D-D77C-4E48-6AD8B2C5D709}"/>
              </a:ext>
            </a:extLst>
          </p:cNvPr>
          <p:cNvPicPr>
            <a:picLocks noChangeAspect="1"/>
          </p:cNvPicPr>
          <p:nvPr/>
        </p:nvPicPr>
        <p:blipFill>
          <a:blip r:embed="rId2"/>
          <a:stretch>
            <a:fillRect/>
          </a:stretch>
        </p:blipFill>
        <p:spPr>
          <a:xfrm>
            <a:off x="462078" y="999218"/>
            <a:ext cx="3238256" cy="3469912"/>
          </a:xfrm>
          <a:prstGeom prst="rect">
            <a:avLst/>
          </a:prstGeom>
        </p:spPr>
      </p:pic>
      <p:pic>
        <p:nvPicPr>
          <p:cNvPr id="9" name="Picture 8">
            <a:extLst>
              <a:ext uri="{FF2B5EF4-FFF2-40B4-BE49-F238E27FC236}">
                <a16:creationId xmlns:a16="http://schemas.microsoft.com/office/drawing/2014/main" id="{7A463CB5-54E0-7AB9-9D8F-75692E5EF482}"/>
              </a:ext>
            </a:extLst>
          </p:cNvPr>
          <p:cNvPicPr>
            <a:picLocks noChangeAspect="1"/>
          </p:cNvPicPr>
          <p:nvPr/>
        </p:nvPicPr>
        <p:blipFill>
          <a:blip r:embed="rId3"/>
          <a:stretch>
            <a:fillRect/>
          </a:stretch>
        </p:blipFill>
        <p:spPr>
          <a:xfrm>
            <a:off x="3700334" y="895350"/>
            <a:ext cx="3276034" cy="3469912"/>
          </a:xfrm>
          <a:prstGeom prst="rect">
            <a:avLst/>
          </a:prstGeom>
        </p:spPr>
      </p:pic>
    </p:spTree>
    <p:extLst>
      <p:ext uri="{BB962C8B-B14F-4D97-AF65-F5344CB8AC3E}">
        <p14:creationId xmlns:p14="http://schemas.microsoft.com/office/powerpoint/2010/main" val="1647413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CD637E-0FE9-744C-1F78-C7293BE20D21}"/>
              </a:ext>
            </a:extLst>
          </p:cNvPr>
          <p:cNvPicPr>
            <a:picLocks noChangeAspect="1"/>
          </p:cNvPicPr>
          <p:nvPr/>
        </p:nvPicPr>
        <p:blipFill>
          <a:blip r:embed="rId2"/>
          <a:stretch>
            <a:fillRect/>
          </a:stretch>
        </p:blipFill>
        <p:spPr>
          <a:xfrm>
            <a:off x="533400" y="819150"/>
            <a:ext cx="4477471" cy="3287884"/>
          </a:xfrm>
          <a:prstGeom prst="rect">
            <a:avLst/>
          </a:prstGeom>
        </p:spPr>
      </p:pic>
    </p:spTree>
    <p:extLst>
      <p:ext uri="{BB962C8B-B14F-4D97-AF65-F5344CB8AC3E}">
        <p14:creationId xmlns:p14="http://schemas.microsoft.com/office/powerpoint/2010/main" val="3625916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B0B1B-F033-4947-5E89-4FE662D2237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85D06E8-6421-0AF8-FFDE-EAEAFEA90995}"/>
              </a:ext>
            </a:extLst>
          </p:cNvPr>
          <p:cNvPicPr>
            <a:picLocks noChangeAspect="1"/>
          </p:cNvPicPr>
          <p:nvPr/>
        </p:nvPicPr>
        <p:blipFill>
          <a:blip r:embed="rId2"/>
          <a:stretch>
            <a:fillRect/>
          </a:stretch>
        </p:blipFill>
        <p:spPr>
          <a:xfrm>
            <a:off x="609600" y="971550"/>
            <a:ext cx="3459259" cy="3638550"/>
          </a:xfrm>
          <a:prstGeom prst="rect">
            <a:avLst/>
          </a:prstGeom>
        </p:spPr>
      </p:pic>
      <p:pic>
        <p:nvPicPr>
          <p:cNvPr id="3" name="Picture 2">
            <a:extLst>
              <a:ext uri="{FF2B5EF4-FFF2-40B4-BE49-F238E27FC236}">
                <a16:creationId xmlns:a16="http://schemas.microsoft.com/office/drawing/2014/main" id="{7BC741F5-93F4-88A0-6560-8AB566214B39}"/>
              </a:ext>
            </a:extLst>
          </p:cNvPr>
          <p:cNvPicPr>
            <a:picLocks noChangeAspect="1"/>
          </p:cNvPicPr>
          <p:nvPr/>
        </p:nvPicPr>
        <p:blipFill>
          <a:blip r:embed="rId3"/>
          <a:stretch>
            <a:fillRect/>
          </a:stretch>
        </p:blipFill>
        <p:spPr>
          <a:xfrm>
            <a:off x="4343400" y="895350"/>
            <a:ext cx="3480246" cy="3714750"/>
          </a:xfrm>
          <a:prstGeom prst="rect">
            <a:avLst/>
          </a:prstGeom>
        </p:spPr>
      </p:pic>
    </p:spTree>
    <p:extLst>
      <p:ext uri="{BB962C8B-B14F-4D97-AF65-F5344CB8AC3E}">
        <p14:creationId xmlns:p14="http://schemas.microsoft.com/office/powerpoint/2010/main" val="1839241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7FC65-EDAA-84CF-7CE0-11350FA1B08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3D383A1-406A-9D6F-1FA2-0F4DCDBC630A}"/>
              </a:ext>
            </a:extLst>
          </p:cNvPr>
          <p:cNvPicPr>
            <a:picLocks noChangeAspect="1"/>
          </p:cNvPicPr>
          <p:nvPr/>
        </p:nvPicPr>
        <p:blipFill>
          <a:blip r:embed="rId2"/>
          <a:stretch>
            <a:fillRect/>
          </a:stretch>
        </p:blipFill>
        <p:spPr>
          <a:xfrm>
            <a:off x="609600" y="971550"/>
            <a:ext cx="3459259" cy="3638550"/>
          </a:xfrm>
          <a:prstGeom prst="rect">
            <a:avLst/>
          </a:prstGeom>
        </p:spPr>
      </p:pic>
      <p:pic>
        <p:nvPicPr>
          <p:cNvPr id="7" name="Picture 6">
            <a:extLst>
              <a:ext uri="{FF2B5EF4-FFF2-40B4-BE49-F238E27FC236}">
                <a16:creationId xmlns:a16="http://schemas.microsoft.com/office/drawing/2014/main" id="{D976716D-6C94-483F-49A7-6176B883E6EE}"/>
              </a:ext>
            </a:extLst>
          </p:cNvPr>
          <p:cNvPicPr>
            <a:picLocks noChangeAspect="1"/>
          </p:cNvPicPr>
          <p:nvPr/>
        </p:nvPicPr>
        <p:blipFill>
          <a:blip r:embed="rId3"/>
          <a:stretch>
            <a:fillRect/>
          </a:stretch>
        </p:blipFill>
        <p:spPr>
          <a:xfrm>
            <a:off x="4267200" y="827604"/>
            <a:ext cx="3570850" cy="3782496"/>
          </a:xfrm>
          <a:prstGeom prst="rect">
            <a:avLst/>
          </a:prstGeom>
        </p:spPr>
      </p:pic>
    </p:spTree>
    <p:extLst>
      <p:ext uri="{BB962C8B-B14F-4D97-AF65-F5344CB8AC3E}">
        <p14:creationId xmlns:p14="http://schemas.microsoft.com/office/powerpoint/2010/main" val="2199782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DA3B08-3F95-DBF4-9FB0-B9F24B93100B}"/>
              </a:ext>
            </a:extLst>
          </p:cNvPr>
          <p:cNvPicPr>
            <a:picLocks noChangeAspect="1"/>
          </p:cNvPicPr>
          <p:nvPr/>
        </p:nvPicPr>
        <p:blipFill>
          <a:blip r:embed="rId2"/>
          <a:stretch>
            <a:fillRect/>
          </a:stretch>
        </p:blipFill>
        <p:spPr>
          <a:xfrm>
            <a:off x="609600" y="819150"/>
            <a:ext cx="5413338" cy="3650996"/>
          </a:xfrm>
          <a:prstGeom prst="rect">
            <a:avLst/>
          </a:prstGeom>
        </p:spPr>
      </p:pic>
    </p:spTree>
    <p:extLst>
      <p:ext uri="{BB962C8B-B14F-4D97-AF65-F5344CB8AC3E}">
        <p14:creationId xmlns:p14="http://schemas.microsoft.com/office/powerpoint/2010/main" val="997017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5A9CB60-2B5D-55EF-A7BC-437F3474B4C7}"/>
              </a:ext>
            </a:extLst>
          </p:cNvPr>
          <p:cNvPicPr>
            <a:picLocks noChangeAspect="1"/>
          </p:cNvPicPr>
          <p:nvPr/>
        </p:nvPicPr>
        <p:blipFill>
          <a:blip r:embed="rId2"/>
          <a:stretch>
            <a:fillRect/>
          </a:stretch>
        </p:blipFill>
        <p:spPr>
          <a:xfrm>
            <a:off x="4953000" y="1047750"/>
            <a:ext cx="3524069" cy="3374336"/>
          </a:xfrm>
          <a:prstGeom prst="rect">
            <a:avLst/>
          </a:prstGeom>
        </p:spPr>
      </p:pic>
      <p:sp>
        <p:nvSpPr>
          <p:cNvPr id="7" name="TextBox 6">
            <a:extLst>
              <a:ext uri="{FF2B5EF4-FFF2-40B4-BE49-F238E27FC236}">
                <a16:creationId xmlns:a16="http://schemas.microsoft.com/office/drawing/2014/main" id="{222E0820-01E1-C6DA-4A67-0A9CCC5E2562}"/>
              </a:ext>
            </a:extLst>
          </p:cNvPr>
          <p:cNvSpPr txBox="1"/>
          <p:nvPr/>
        </p:nvSpPr>
        <p:spPr>
          <a:xfrm>
            <a:off x="5867400" y="4248150"/>
            <a:ext cx="433132" cy="307777"/>
          </a:xfrm>
          <a:prstGeom prst="rect">
            <a:avLst/>
          </a:prstGeom>
          <a:noFill/>
        </p:spPr>
        <p:txBody>
          <a:bodyPr wrap="none" rtlCol="0">
            <a:spAutoFit/>
          </a:bodyPr>
          <a:lstStyle/>
          <a:p>
            <a:r>
              <a:rPr lang="en-AU" sz="1400" i="1" dirty="0"/>
              <a:t>1/e</a:t>
            </a:r>
          </a:p>
        </p:txBody>
      </p:sp>
      <p:pic>
        <p:nvPicPr>
          <p:cNvPr id="11" name="Picture 10">
            <a:extLst>
              <a:ext uri="{FF2B5EF4-FFF2-40B4-BE49-F238E27FC236}">
                <a16:creationId xmlns:a16="http://schemas.microsoft.com/office/drawing/2014/main" id="{E81A5993-7F85-161F-0FBB-84256E57005B}"/>
              </a:ext>
            </a:extLst>
          </p:cNvPr>
          <p:cNvPicPr>
            <a:picLocks noChangeAspect="1"/>
          </p:cNvPicPr>
          <p:nvPr/>
        </p:nvPicPr>
        <p:blipFill>
          <a:blip r:embed="rId3"/>
          <a:stretch>
            <a:fillRect/>
          </a:stretch>
        </p:blipFill>
        <p:spPr>
          <a:xfrm>
            <a:off x="990600" y="941591"/>
            <a:ext cx="3524069" cy="3480495"/>
          </a:xfrm>
          <a:prstGeom prst="rect">
            <a:avLst/>
          </a:prstGeom>
        </p:spPr>
      </p:pic>
    </p:spTree>
    <p:extLst>
      <p:ext uri="{BB962C8B-B14F-4D97-AF65-F5344CB8AC3E}">
        <p14:creationId xmlns:p14="http://schemas.microsoft.com/office/powerpoint/2010/main" val="602738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03037F-A007-E308-1F0C-C7E87015E714}"/>
              </a:ext>
            </a:extLst>
          </p:cNvPr>
          <p:cNvPicPr>
            <a:picLocks noChangeAspect="1"/>
          </p:cNvPicPr>
          <p:nvPr/>
        </p:nvPicPr>
        <p:blipFill>
          <a:blip r:embed="rId2"/>
          <a:stretch>
            <a:fillRect/>
          </a:stretch>
        </p:blipFill>
        <p:spPr>
          <a:xfrm>
            <a:off x="914400" y="1047750"/>
            <a:ext cx="3652586" cy="3528770"/>
          </a:xfrm>
          <a:prstGeom prst="rect">
            <a:avLst/>
          </a:prstGeom>
        </p:spPr>
      </p:pic>
      <p:pic>
        <p:nvPicPr>
          <p:cNvPr id="5" name="Picture 4">
            <a:extLst>
              <a:ext uri="{FF2B5EF4-FFF2-40B4-BE49-F238E27FC236}">
                <a16:creationId xmlns:a16="http://schemas.microsoft.com/office/drawing/2014/main" id="{E43F6FC6-6B39-301E-17D3-BCD073AC3413}"/>
              </a:ext>
            </a:extLst>
          </p:cNvPr>
          <p:cNvPicPr>
            <a:picLocks noChangeAspect="1"/>
          </p:cNvPicPr>
          <p:nvPr/>
        </p:nvPicPr>
        <p:blipFill>
          <a:blip r:embed="rId3"/>
          <a:stretch>
            <a:fillRect/>
          </a:stretch>
        </p:blipFill>
        <p:spPr>
          <a:xfrm>
            <a:off x="4800600" y="742950"/>
            <a:ext cx="3733800" cy="3979670"/>
          </a:xfrm>
          <a:prstGeom prst="rect">
            <a:avLst/>
          </a:prstGeom>
        </p:spPr>
      </p:pic>
    </p:spTree>
    <p:extLst>
      <p:ext uri="{BB962C8B-B14F-4D97-AF65-F5344CB8AC3E}">
        <p14:creationId xmlns:p14="http://schemas.microsoft.com/office/powerpoint/2010/main" val="505197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2CC2B-7AFA-E99B-1C98-DFE0703BFF51}"/>
              </a:ext>
            </a:extLst>
          </p:cNvPr>
          <p:cNvSpPr>
            <a:spLocks noGrp="1"/>
          </p:cNvSpPr>
          <p:nvPr>
            <p:ph type="title"/>
          </p:nvPr>
        </p:nvSpPr>
        <p:spPr>
          <a:xfrm>
            <a:off x="577850" y="736598"/>
            <a:ext cx="7988300" cy="369332"/>
          </a:xfrm>
        </p:spPr>
        <p:txBody>
          <a:bodyPr/>
          <a:lstStyle/>
          <a:p>
            <a:r>
              <a:rPr lang="en-AU" dirty="0"/>
              <a:t>Model Choices</a:t>
            </a:r>
          </a:p>
        </p:txBody>
      </p:sp>
      <p:sp>
        <p:nvSpPr>
          <p:cNvPr id="3" name="Text Placeholder 2">
            <a:extLst>
              <a:ext uri="{FF2B5EF4-FFF2-40B4-BE49-F238E27FC236}">
                <a16:creationId xmlns:a16="http://schemas.microsoft.com/office/drawing/2014/main" id="{892E909E-BC65-26D8-2B53-8859787CB09E}"/>
              </a:ext>
            </a:extLst>
          </p:cNvPr>
          <p:cNvSpPr>
            <a:spLocks noGrp="1"/>
          </p:cNvSpPr>
          <p:nvPr>
            <p:ph type="body" sz="quarter" idx="10"/>
          </p:nvPr>
        </p:nvSpPr>
        <p:spPr/>
        <p:txBody>
          <a:bodyPr/>
          <a:lstStyle/>
          <a:p>
            <a:r>
              <a:rPr lang="en-AU" dirty="0"/>
              <a:t>How to sample the data </a:t>
            </a:r>
          </a:p>
          <a:p>
            <a:pPr lvl="1"/>
            <a:r>
              <a:rPr lang="en-AU" dirty="0"/>
              <a:t>annual maxima</a:t>
            </a:r>
          </a:p>
          <a:p>
            <a:pPr lvl="1"/>
            <a:r>
              <a:rPr lang="en-AU" dirty="0"/>
              <a:t>peaks over a threshold (if you are interested in exceedances) and use the Generalised Pareto distribution (GPD)</a:t>
            </a:r>
          </a:p>
          <a:p>
            <a:pPr marL="457200" lvl="1" indent="0">
              <a:buNone/>
            </a:pPr>
            <a:endParaRPr lang="en-AU" dirty="0"/>
          </a:p>
          <a:p>
            <a:r>
              <a:rPr lang="en-AU" dirty="0"/>
              <a:t>How to fit the data</a:t>
            </a:r>
          </a:p>
          <a:p>
            <a:pPr lvl="1"/>
            <a:r>
              <a:rPr lang="en-US" u="sng" dirty="0"/>
              <a:t>Method of Moments (MOM)</a:t>
            </a:r>
            <a:r>
              <a:rPr lang="en-US" dirty="0"/>
              <a:t>. Calculate the parameters directly from the moments of the distribution.</a:t>
            </a:r>
          </a:p>
          <a:p>
            <a:pPr lvl="1"/>
            <a:r>
              <a:rPr lang="en-US" u="sng" dirty="0"/>
              <a:t>Maximum Likelihood Estimation (MLE)</a:t>
            </a:r>
            <a:r>
              <a:rPr lang="en-US" dirty="0"/>
              <a:t>. Maximize the log-likelihood function with respect to the parameters (location μ, scale σ, shape ξ). </a:t>
            </a:r>
          </a:p>
          <a:p>
            <a:pPr lvl="1"/>
            <a:r>
              <a:rPr lang="en-US" u="sng" dirty="0"/>
              <a:t>L-Moments</a:t>
            </a:r>
            <a:r>
              <a:rPr lang="en-US" dirty="0"/>
              <a:t>. Estimate the parameters using linear combinations of order statistics. </a:t>
            </a:r>
          </a:p>
          <a:p>
            <a:pPr lvl="1"/>
            <a:r>
              <a:rPr lang="en-US" u="sng" dirty="0"/>
              <a:t>Bayesian Methods</a:t>
            </a:r>
            <a:r>
              <a:rPr lang="en-US" dirty="0"/>
              <a:t>. Place priors on the parameters and use MCMC.</a:t>
            </a:r>
            <a:endParaRPr lang="en-AU" dirty="0"/>
          </a:p>
        </p:txBody>
      </p:sp>
    </p:spTree>
    <p:extLst>
      <p:ext uri="{BB962C8B-B14F-4D97-AF65-F5344CB8AC3E}">
        <p14:creationId xmlns:p14="http://schemas.microsoft.com/office/powerpoint/2010/main" val="3709420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E2FAA-17F4-52B7-2067-C09B7373FF45}"/>
              </a:ext>
            </a:extLst>
          </p:cNvPr>
          <p:cNvSpPr>
            <a:spLocks noGrp="1"/>
          </p:cNvSpPr>
          <p:nvPr>
            <p:ph type="title"/>
          </p:nvPr>
        </p:nvSpPr>
        <p:spPr>
          <a:xfrm>
            <a:off x="577850" y="736598"/>
            <a:ext cx="7988300" cy="369332"/>
          </a:xfrm>
        </p:spPr>
        <p:txBody>
          <a:bodyPr/>
          <a:lstStyle/>
          <a:p>
            <a:r>
              <a:rPr lang="en-AU" dirty="0"/>
              <a:t>Plotting positions and probability plots</a:t>
            </a:r>
          </a:p>
        </p:txBody>
      </p:sp>
      <p:pic>
        <p:nvPicPr>
          <p:cNvPr id="5" name="Picture 4">
            <a:extLst>
              <a:ext uri="{FF2B5EF4-FFF2-40B4-BE49-F238E27FC236}">
                <a16:creationId xmlns:a16="http://schemas.microsoft.com/office/drawing/2014/main" id="{67606232-8274-863F-E55D-3EE5244FE642}"/>
              </a:ext>
            </a:extLst>
          </p:cNvPr>
          <p:cNvPicPr>
            <a:picLocks noChangeAspect="1"/>
          </p:cNvPicPr>
          <p:nvPr/>
        </p:nvPicPr>
        <p:blipFill>
          <a:blip r:embed="rId2"/>
          <a:stretch>
            <a:fillRect/>
          </a:stretch>
        </p:blipFill>
        <p:spPr>
          <a:xfrm>
            <a:off x="381000" y="1595437"/>
            <a:ext cx="3952234" cy="2676740"/>
          </a:xfrm>
          <a:prstGeom prst="rect">
            <a:avLst/>
          </a:prstGeom>
        </p:spPr>
      </p:pic>
      <p:pic>
        <p:nvPicPr>
          <p:cNvPr id="7" name="Picture 6">
            <a:extLst>
              <a:ext uri="{FF2B5EF4-FFF2-40B4-BE49-F238E27FC236}">
                <a16:creationId xmlns:a16="http://schemas.microsoft.com/office/drawing/2014/main" id="{4BF5D980-18B8-697C-3920-2B54BEFF37A9}"/>
              </a:ext>
            </a:extLst>
          </p:cNvPr>
          <p:cNvPicPr>
            <a:picLocks noChangeAspect="1"/>
          </p:cNvPicPr>
          <p:nvPr/>
        </p:nvPicPr>
        <p:blipFill>
          <a:blip r:embed="rId3"/>
          <a:stretch>
            <a:fillRect/>
          </a:stretch>
        </p:blipFill>
        <p:spPr>
          <a:xfrm>
            <a:off x="4495800" y="1581150"/>
            <a:ext cx="3952234" cy="2743103"/>
          </a:xfrm>
          <a:prstGeom prst="rect">
            <a:avLst/>
          </a:prstGeom>
        </p:spPr>
      </p:pic>
    </p:spTree>
    <p:extLst>
      <p:ext uri="{BB962C8B-B14F-4D97-AF65-F5344CB8AC3E}">
        <p14:creationId xmlns:p14="http://schemas.microsoft.com/office/powerpoint/2010/main" val="4166246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CC46C-C92A-890F-020B-BD01A608EBF3}"/>
            </a:ext>
          </a:extLst>
        </p:cNvPr>
        <p:cNvGrpSpPr/>
        <p:nvPr/>
      </p:nvGrpSpPr>
      <p:grpSpPr>
        <a:xfrm>
          <a:off x="0" y="0"/>
          <a:ext cx="0" cy="0"/>
          <a:chOff x="0" y="0"/>
          <a:chExt cx="0" cy="0"/>
        </a:xfrm>
      </p:grpSpPr>
      <p:sp>
        <p:nvSpPr>
          <p:cNvPr id="6" name="object 4">
            <a:extLst>
              <a:ext uri="{FF2B5EF4-FFF2-40B4-BE49-F238E27FC236}">
                <a16:creationId xmlns:a16="http://schemas.microsoft.com/office/drawing/2014/main" id="{B36C95AF-C434-4952-8965-C742F8A46B94}"/>
              </a:ext>
            </a:extLst>
          </p:cNvPr>
          <p:cNvSpPr txBox="1"/>
          <p:nvPr/>
        </p:nvSpPr>
        <p:spPr>
          <a:xfrm>
            <a:off x="7075271" y="58010"/>
            <a:ext cx="1905000" cy="771177"/>
          </a:xfrm>
          <a:prstGeom prst="rect">
            <a:avLst/>
          </a:prstGeom>
        </p:spPr>
        <p:txBody>
          <a:bodyPr vert="horz" wrap="square" lIns="0" tIns="12700" rIns="0" bIns="0" rtlCol="0" anchor="ctr" anchorCtr="0">
            <a:noAutofit/>
          </a:bodyPr>
          <a:lstStyle/>
          <a:p>
            <a:pPr algn="ctr">
              <a:spcBef>
                <a:spcPts val="100"/>
              </a:spcBef>
            </a:pPr>
            <a:r>
              <a:rPr lang="en-AU" sz="800" dirty="0">
                <a:solidFill>
                  <a:srgbClr val="FFFFFF"/>
                </a:solidFill>
                <a:latin typeface="Arial"/>
                <a:cs typeface="Arial"/>
              </a:rPr>
              <a:t>USER NOTE:</a:t>
            </a:r>
          </a:p>
          <a:p>
            <a:pPr algn="ctr">
              <a:lnSpc>
                <a:spcPct val="100000"/>
              </a:lnSpc>
              <a:spcBef>
                <a:spcPts val="100"/>
              </a:spcBef>
            </a:pPr>
            <a:r>
              <a:rPr lang="en-AU" sz="800" dirty="0">
                <a:solidFill>
                  <a:srgbClr val="FFFFFF"/>
                </a:solidFill>
                <a:latin typeface="Arial"/>
                <a:cs typeface="Arial"/>
              </a:rPr>
              <a:t>Add alt text for images that convey information, otherwise, mark it as decorative. </a:t>
            </a:r>
          </a:p>
          <a:p>
            <a:pPr algn="ctr">
              <a:lnSpc>
                <a:spcPct val="100000"/>
              </a:lnSpc>
              <a:spcBef>
                <a:spcPts val="100"/>
              </a:spcBef>
            </a:pPr>
            <a:endParaRPr lang="en-AU" sz="800" dirty="0">
              <a:solidFill>
                <a:srgbClr val="FFFFFF"/>
              </a:solidFill>
              <a:latin typeface="Arial"/>
              <a:cs typeface="Arial"/>
            </a:endParaRPr>
          </a:p>
        </p:txBody>
      </p:sp>
      <p:sp>
        <p:nvSpPr>
          <p:cNvPr id="3" name="Title 1">
            <a:extLst>
              <a:ext uri="{FF2B5EF4-FFF2-40B4-BE49-F238E27FC236}">
                <a16:creationId xmlns:a16="http://schemas.microsoft.com/office/drawing/2014/main" id="{2D26E7D8-D07E-D22C-1B1B-1F2FD9166EA0}"/>
              </a:ext>
            </a:extLst>
          </p:cNvPr>
          <p:cNvSpPr>
            <a:spLocks noGrp="1"/>
          </p:cNvSpPr>
          <p:nvPr>
            <p:ph type="title"/>
          </p:nvPr>
        </p:nvSpPr>
        <p:spPr>
          <a:xfrm>
            <a:off x="577850" y="736598"/>
            <a:ext cx="5137150" cy="369332"/>
          </a:xfrm>
        </p:spPr>
        <p:txBody>
          <a:bodyPr/>
          <a:lstStyle/>
          <a:p>
            <a:r>
              <a:rPr lang="en-AU" dirty="0"/>
              <a:t>Non-stationarity</a:t>
            </a:r>
          </a:p>
        </p:txBody>
      </p:sp>
      <p:sp>
        <p:nvSpPr>
          <p:cNvPr id="4" name="TextBox 3">
            <a:extLst>
              <a:ext uri="{FF2B5EF4-FFF2-40B4-BE49-F238E27FC236}">
                <a16:creationId xmlns:a16="http://schemas.microsoft.com/office/drawing/2014/main" id="{2A1A7216-D37B-2895-826A-A1A539F40A47}"/>
              </a:ext>
            </a:extLst>
          </p:cNvPr>
          <p:cNvSpPr txBox="1"/>
          <p:nvPr/>
        </p:nvSpPr>
        <p:spPr>
          <a:xfrm>
            <a:off x="1774825" y="1962150"/>
            <a:ext cx="5594350" cy="1477328"/>
          </a:xfrm>
          <a:prstGeom prst="rect">
            <a:avLst/>
          </a:prstGeom>
          <a:noFill/>
        </p:spPr>
        <p:txBody>
          <a:bodyPr wrap="square">
            <a:spAutoFit/>
          </a:bodyPr>
          <a:lstStyle/>
          <a:p>
            <a:pPr marL="0" indent="0" algn="ctr">
              <a:buNone/>
            </a:pPr>
            <a:r>
              <a:rPr lang="en-AU" dirty="0">
                <a:solidFill>
                  <a:schemeClr val="tx1">
                    <a:lumMod val="65000"/>
                    <a:lumOff val="35000"/>
                  </a:schemeClr>
                </a:solidFill>
              </a:rPr>
              <a:t>If the climate was also the same all the time, we could design for what we have already observed.</a:t>
            </a:r>
          </a:p>
          <a:p>
            <a:pPr marL="0" indent="0" algn="ctr">
              <a:buNone/>
            </a:pPr>
            <a:endParaRPr lang="en-AU" dirty="0">
              <a:solidFill>
                <a:schemeClr val="tx1">
                  <a:lumMod val="65000"/>
                  <a:lumOff val="35000"/>
                </a:schemeClr>
              </a:solidFill>
            </a:endParaRPr>
          </a:p>
          <a:p>
            <a:pPr marL="0" indent="0" algn="ctr">
              <a:buNone/>
            </a:pPr>
            <a:r>
              <a:rPr lang="en-AU" dirty="0">
                <a:solidFill>
                  <a:schemeClr val="tx1">
                    <a:lumMod val="65000"/>
                    <a:lumOff val="35000"/>
                  </a:schemeClr>
                </a:solidFill>
              </a:rPr>
              <a:t>But the climate isn’t the same and we have a duty of care to estimate these rare events to be prepared.</a:t>
            </a:r>
          </a:p>
        </p:txBody>
      </p:sp>
    </p:spTree>
    <p:extLst>
      <p:ext uri="{BB962C8B-B14F-4D97-AF65-F5344CB8AC3E}">
        <p14:creationId xmlns:p14="http://schemas.microsoft.com/office/powerpoint/2010/main" val="3422542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92F7F-B9EC-29D1-954B-1B123E029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88FF7-F0D7-C7C6-0353-8E76C40E66D8}"/>
              </a:ext>
            </a:extLst>
          </p:cNvPr>
          <p:cNvSpPr>
            <a:spLocks noGrp="1"/>
          </p:cNvSpPr>
          <p:nvPr>
            <p:ph type="title"/>
          </p:nvPr>
        </p:nvSpPr>
        <p:spPr>
          <a:xfrm>
            <a:off x="577850" y="736598"/>
            <a:ext cx="7988300" cy="369332"/>
          </a:xfrm>
        </p:spPr>
        <p:txBody>
          <a:bodyPr/>
          <a:lstStyle/>
          <a:p>
            <a:r>
              <a:rPr lang="en-AU" dirty="0"/>
              <a:t>The GEV</a:t>
            </a:r>
          </a:p>
        </p:txBody>
      </p:sp>
      <p:pic>
        <p:nvPicPr>
          <p:cNvPr id="5" name="Picture 4">
            <a:extLst>
              <a:ext uri="{FF2B5EF4-FFF2-40B4-BE49-F238E27FC236}">
                <a16:creationId xmlns:a16="http://schemas.microsoft.com/office/drawing/2014/main" id="{8EDB99B9-501A-596F-9B70-5D17C9FACF40}"/>
              </a:ext>
            </a:extLst>
          </p:cNvPr>
          <p:cNvPicPr>
            <a:picLocks noChangeAspect="1"/>
          </p:cNvPicPr>
          <p:nvPr/>
        </p:nvPicPr>
        <p:blipFill>
          <a:blip r:embed="rId2"/>
          <a:stretch>
            <a:fillRect/>
          </a:stretch>
        </p:blipFill>
        <p:spPr>
          <a:xfrm>
            <a:off x="2286000" y="2545080"/>
            <a:ext cx="4251524" cy="903318"/>
          </a:xfrm>
          <a:prstGeom prst="rect">
            <a:avLst/>
          </a:prstGeom>
        </p:spPr>
      </p:pic>
      <p:pic>
        <p:nvPicPr>
          <p:cNvPr id="6" name="Picture 5">
            <a:extLst>
              <a:ext uri="{FF2B5EF4-FFF2-40B4-BE49-F238E27FC236}">
                <a16:creationId xmlns:a16="http://schemas.microsoft.com/office/drawing/2014/main" id="{6734350A-360B-587A-AA61-C719412AA1AA}"/>
              </a:ext>
            </a:extLst>
          </p:cNvPr>
          <p:cNvPicPr>
            <a:picLocks noChangeAspect="1"/>
          </p:cNvPicPr>
          <p:nvPr/>
        </p:nvPicPr>
        <p:blipFill>
          <a:blip r:embed="rId3"/>
          <a:stretch>
            <a:fillRect/>
          </a:stretch>
        </p:blipFill>
        <p:spPr>
          <a:xfrm>
            <a:off x="2819400" y="1504950"/>
            <a:ext cx="3022794" cy="816560"/>
          </a:xfrm>
          <a:prstGeom prst="rect">
            <a:avLst/>
          </a:prstGeom>
        </p:spPr>
      </p:pic>
      <p:cxnSp>
        <p:nvCxnSpPr>
          <p:cNvPr id="4" name="Straight Arrow Connector 3">
            <a:extLst>
              <a:ext uri="{FF2B5EF4-FFF2-40B4-BE49-F238E27FC236}">
                <a16:creationId xmlns:a16="http://schemas.microsoft.com/office/drawing/2014/main" id="{F6A41B41-5CB9-1F31-FE62-9E54EF7499A9}"/>
              </a:ext>
            </a:extLst>
          </p:cNvPr>
          <p:cNvCxnSpPr>
            <a:cxnSpLocks/>
          </p:cNvCxnSpPr>
          <p:nvPr/>
        </p:nvCxnSpPr>
        <p:spPr>
          <a:xfrm flipH="1">
            <a:off x="5105400" y="1190960"/>
            <a:ext cx="228600" cy="390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A0BCFA0-9CD9-67A0-F529-6F4920908A4E}"/>
              </a:ext>
            </a:extLst>
          </p:cNvPr>
          <p:cNvCxnSpPr>
            <a:cxnSpLocks/>
          </p:cNvCxnSpPr>
          <p:nvPr/>
        </p:nvCxnSpPr>
        <p:spPr>
          <a:xfrm flipH="1" flipV="1">
            <a:off x="4991100" y="2131010"/>
            <a:ext cx="495300" cy="319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89A9118-94F0-1D40-3C47-E9CAD138F5D8}"/>
              </a:ext>
            </a:extLst>
          </p:cNvPr>
          <p:cNvCxnSpPr>
            <a:cxnSpLocks/>
          </p:cNvCxnSpPr>
          <p:nvPr/>
        </p:nvCxnSpPr>
        <p:spPr>
          <a:xfrm flipH="1">
            <a:off x="5715000" y="1493520"/>
            <a:ext cx="482406" cy="161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B9D7329-39E0-9E54-C947-AE95ED1F5F6B}"/>
              </a:ext>
            </a:extLst>
          </p:cNvPr>
          <p:cNvSpPr txBox="1"/>
          <p:nvPr/>
        </p:nvSpPr>
        <p:spPr>
          <a:xfrm>
            <a:off x="5332314" y="1011528"/>
            <a:ext cx="623889" cy="246221"/>
          </a:xfrm>
          <a:prstGeom prst="rect">
            <a:avLst/>
          </a:prstGeom>
          <a:noFill/>
        </p:spPr>
        <p:txBody>
          <a:bodyPr wrap="none" rtlCol="0">
            <a:spAutoFit/>
          </a:bodyPr>
          <a:lstStyle/>
          <a:p>
            <a:r>
              <a:rPr lang="en-AU" sz="1000" dirty="0"/>
              <a:t>location</a:t>
            </a:r>
          </a:p>
        </p:txBody>
      </p:sp>
      <p:sp>
        <p:nvSpPr>
          <p:cNvPr id="15" name="TextBox 14">
            <a:extLst>
              <a:ext uri="{FF2B5EF4-FFF2-40B4-BE49-F238E27FC236}">
                <a16:creationId xmlns:a16="http://schemas.microsoft.com/office/drawing/2014/main" id="{28F237D1-76C7-2870-34A7-5F41D0BF36E5}"/>
              </a:ext>
            </a:extLst>
          </p:cNvPr>
          <p:cNvSpPr txBox="1"/>
          <p:nvPr/>
        </p:nvSpPr>
        <p:spPr>
          <a:xfrm>
            <a:off x="6223194" y="1343450"/>
            <a:ext cx="530915" cy="246221"/>
          </a:xfrm>
          <a:prstGeom prst="rect">
            <a:avLst/>
          </a:prstGeom>
          <a:noFill/>
        </p:spPr>
        <p:txBody>
          <a:bodyPr wrap="none" rtlCol="0">
            <a:spAutoFit/>
          </a:bodyPr>
          <a:lstStyle/>
          <a:p>
            <a:r>
              <a:rPr lang="en-AU" sz="1000" dirty="0"/>
              <a:t>shape</a:t>
            </a:r>
          </a:p>
        </p:txBody>
      </p:sp>
      <p:sp>
        <p:nvSpPr>
          <p:cNvPr id="16" name="TextBox 15">
            <a:extLst>
              <a:ext uri="{FF2B5EF4-FFF2-40B4-BE49-F238E27FC236}">
                <a16:creationId xmlns:a16="http://schemas.microsoft.com/office/drawing/2014/main" id="{D513D1FE-0E39-5C5D-B9AC-33643A9DF059}"/>
              </a:ext>
            </a:extLst>
          </p:cNvPr>
          <p:cNvSpPr txBox="1"/>
          <p:nvPr/>
        </p:nvSpPr>
        <p:spPr>
          <a:xfrm>
            <a:off x="5486400" y="2327388"/>
            <a:ext cx="482824" cy="246221"/>
          </a:xfrm>
          <a:prstGeom prst="rect">
            <a:avLst/>
          </a:prstGeom>
          <a:noFill/>
        </p:spPr>
        <p:txBody>
          <a:bodyPr wrap="none" rtlCol="0">
            <a:spAutoFit/>
          </a:bodyPr>
          <a:lstStyle/>
          <a:p>
            <a:r>
              <a:rPr lang="en-AU" sz="1000" dirty="0"/>
              <a:t>scale</a:t>
            </a:r>
          </a:p>
        </p:txBody>
      </p:sp>
    </p:spTree>
    <p:extLst>
      <p:ext uri="{BB962C8B-B14F-4D97-AF65-F5344CB8AC3E}">
        <p14:creationId xmlns:p14="http://schemas.microsoft.com/office/powerpoint/2010/main" val="1218157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DF53F-276D-88FD-F32B-6E59091A23A3}"/>
              </a:ext>
            </a:extLst>
          </p:cNvPr>
          <p:cNvSpPr>
            <a:spLocks noGrp="1"/>
          </p:cNvSpPr>
          <p:nvPr>
            <p:ph type="title"/>
          </p:nvPr>
        </p:nvSpPr>
        <p:spPr>
          <a:xfrm>
            <a:off x="577850" y="736598"/>
            <a:ext cx="7988300" cy="369332"/>
          </a:xfrm>
        </p:spPr>
        <p:txBody>
          <a:bodyPr/>
          <a:lstStyle/>
          <a:p>
            <a:r>
              <a:rPr lang="en-US" dirty="0"/>
              <a:t>Non-stationary extreme value distribution</a:t>
            </a:r>
          </a:p>
        </p:txBody>
      </p:sp>
      <p:sp>
        <p:nvSpPr>
          <p:cNvPr id="6" name="Text Placeholder 2">
            <a:extLst>
              <a:ext uri="{FF2B5EF4-FFF2-40B4-BE49-F238E27FC236}">
                <a16:creationId xmlns:a16="http://schemas.microsoft.com/office/drawing/2014/main" id="{792677C1-FFC1-8993-D018-AA5B94DF08DF}"/>
              </a:ext>
            </a:extLst>
          </p:cNvPr>
          <p:cNvSpPr txBox="1">
            <a:spLocks/>
          </p:cNvSpPr>
          <p:nvPr/>
        </p:nvSpPr>
        <p:spPr>
          <a:xfrm>
            <a:off x="1066800" y="3867150"/>
            <a:ext cx="7499350" cy="698500"/>
          </a:xfrm>
          <a:prstGeom prst="rect">
            <a:avLst/>
          </a:prstGeom>
        </p:spPr>
        <p:txBody>
          <a:bodyPr/>
          <a:lst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What form?</a:t>
            </a:r>
          </a:p>
          <a:p>
            <a:r>
              <a:rPr lang="en-US" dirty="0"/>
              <a:t>What covariate?</a:t>
            </a:r>
          </a:p>
        </p:txBody>
      </p:sp>
      <p:pic>
        <p:nvPicPr>
          <p:cNvPr id="8" name="Picture 7">
            <a:extLst>
              <a:ext uri="{FF2B5EF4-FFF2-40B4-BE49-F238E27FC236}">
                <a16:creationId xmlns:a16="http://schemas.microsoft.com/office/drawing/2014/main" id="{BA16FB53-EA12-FC5D-AAF3-9DE595160CB0}"/>
              </a:ext>
            </a:extLst>
          </p:cNvPr>
          <p:cNvPicPr>
            <a:picLocks noChangeAspect="1"/>
          </p:cNvPicPr>
          <p:nvPr/>
        </p:nvPicPr>
        <p:blipFill>
          <a:blip r:embed="rId2"/>
          <a:stretch>
            <a:fillRect/>
          </a:stretch>
        </p:blipFill>
        <p:spPr>
          <a:xfrm>
            <a:off x="2895600" y="1551782"/>
            <a:ext cx="3232258" cy="741749"/>
          </a:xfrm>
          <a:prstGeom prst="rect">
            <a:avLst/>
          </a:prstGeom>
        </p:spPr>
      </p:pic>
      <p:pic>
        <p:nvPicPr>
          <p:cNvPr id="10" name="Picture 9">
            <a:extLst>
              <a:ext uri="{FF2B5EF4-FFF2-40B4-BE49-F238E27FC236}">
                <a16:creationId xmlns:a16="http://schemas.microsoft.com/office/drawing/2014/main" id="{291B0835-E503-06E4-880C-7324F6CAB7A0}"/>
              </a:ext>
            </a:extLst>
          </p:cNvPr>
          <p:cNvPicPr>
            <a:picLocks noChangeAspect="1"/>
          </p:cNvPicPr>
          <p:nvPr/>
        </p:nvPicPr>
        <p:blipFill>
          <a:blip r:embed="rId3"/>
          <a:stretch>
            <a:fillRect/>
          </a:stretch>
        </p:blipFill>
        <p:spPr>
          <a:xfrm>
            <a:off x="2819400" y="2571750"/>
            <a:ext cx="3232258" cy="854135"/>
          </a:xfrm>
          <a:prstGeom prst="rect">
            <a:avLst/>
          </a:prstGeom>
        </p:spPr>
      </p:pic>
    </p:spTree>
    <p:extLst>
      <p:ext uri="{BB962C8B-B14F-4D97-AF65-F5344CB8AC3E}">
        <p14:creationId xmlns:p14="http://schemas.microsoft.com/office/powerpoint/2010/main" val="235585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DC7EDE-E22D-093D-CA7A-C79DD69EC384}"/>
              </a:ext>
            </a:extLst>
          </p:cNvPr>
          <p:cNvPicPr>
            <a:picLocks noChangeAspect="1"/>
          </p:cNvPicPr>
          <p:nvPr/>
        </p:nvPicPr>
        <p:blipFill>
          <a:blip r:embed="rId3"/>
          <a:stretch>
            <a:fillRect/>
          </a:stretch>
        </p:blipFill>
        <p:spPr>
          <a:xfrm>
            <a:off x="1676400" y="637101"/>
            <a:ext cx="3581400" cy="3992049"/>
          </a:xfrm>
          <a:prstGeom prst="rect">
            <a:avLst/>
          </a:prstGeom>
        </p:spPr>
      </p:pic>
      <p:pic>
        <p:nvPicPr>
          <p:cNvPr id="7" name="Picture 6">
            <a:extLst>
              <a:ext uri="{FF2B5EF4-FFF2-40B4-BE49-F238E27FC236}">
                <a16:creationId xmlns:a16="http://schemas.microsoft.com/office/drawing/2014/main" id="{87D1B0A8-20A3-4520-8DE6-08662FD34328}"/>
              </a:ext>
            </a:extLst>
          </p:cNvPr>
          <p:cNvPicPr>
            <a:picLocks noChangeAspect="1"/>
          </p:cNvPicPr>
          <p:nvPr/>
        </p:nvPicPr>
        <p:blipFill>
          <a:blip r:embed="rId4"/>
          <a:stretch>
            <a:fillRect/>
          </a:stretch>
        </p:blipFill>
        <p:spPr>
          <a:xfrm>
            <a:off x="5181600" y="3438164"/>
            <a:ext cx="3581400" cy="1175982"/>
          </a:xfrm>
          <a:prstGeom prst="rect">
            <a:avLst/>
          </a:prstGeom>
        </p:spPr>
      </p:pic>
      <p:sp>
        <p:nvSpPr>
          <p:cNvPr id="8" name="Oval 7">
            <a:extLst>
              <a:ext uri="{FF2B5EF4-FFF2-40B4-BE49-F238E27FC236}">
                <a16:creationId xmlns:a16="http://schemas.microsoft.com/office/drawing/2014/main" id="{D29CD868-701B-2AA5-ABC4-5DA1A04217FA}"/>
              </a:ext>
            </a:extLst>
          </p:cNvPr>
          <p:cNvSpPr/>
          <p:nvPr/>
        </p:nvSpPr>
        <p:spPr>
          <a:xfrm>
            <a:off x="1562100" y="736598"/>
            <a:ext cx="3810000" cy="838200"/>
          </a:xfrm>
          <a:prstGeom prst="ellipse">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AU"/>
          </a:p>
        </p:txBody>
      </p:sp>
      <p:sp>
        <p:nvSpPr>
          <p:cNvPr id="6" name="TextBox 5">
            <a:extLst>
              <a:ext uri="{FF2B5EF4-FFF2-40B4-BE49-F238E27FC236}">
                <a16:creationId xmlns:a16="http://schemas.microsoft.com/office/drawing/2014/main" id="{0A85DA86-C218-EDD9-0165-0AE8D4DF1F49}"/>
              </a:ext>
            </a:extLst>
          </p:cNvPr>
          <p:cNvSpPr txBox="1"/>
          <p:nvPr/>
        </p:nvSpPr>
        <p:spPr>
          <a:xfrm>
            <a:off x="6553200" y="2952750"/>
            <a:ext cx="2108269" cy="369332"/>
          </a:xfrm>
          <a:prstGeom prst="rect">
            <a:avLst/>
          </a:prstGeom>
          <a:noFill/>
        </p:spPr>
        <p:txBody>
          <a:bodyPr wrap="none" rtlCol="0">
            <a:spAutoFit/>
          </a:bodyPr>
          <a:lstStyle/>
          <a:p>
            <a:r>
              <a:rPr lang="en-AU" dirty="0"/>
              <a:t>From Coles (2001)</a:t>
            </a:r>
          </a:p>
        </p:txBody>
      </p:sp>
      <p:sp>
        <p:nvSpPr>
          <p:cNvPr id="9" name="Oval 8">
            <a:extLst>
              <a:ext uri="{FF2B5EF4-FFF2-40B4-BE49-F238E27FC236}">
                <a16:creationId xmlns:a16="http://schemas.microsoft.com/office/drawing/2014/main" id="{FB7DB5ED-B8CC-CF59-C3CA-E7DC729E86C9}"/>
              </a:ext>
            </a:extLst>
          </p:cNvPr>
          <p:cNvSpPr/>
          <p:nvPr/>
        </p:nvSpPr>
        <p:spPr>
          <a:xfrm>
            <a:off x="2133600" y="3314853"/>
            <a:ext cx="2514600" cy="246621"/>
          </a:xfrm>
          <a:prstGeom prst="ellipse">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AU"/>
          </a:p>
        </p:txBody>
      </p:sp>
    </p:spTree>
    <p:extLst>
      <p:ext uri="{BB962C8B-B14F-4D97-AF65-F5344CB8AC3E}">
        <p14:creationId xmlns:p14="http://schemas.microsoft.com/office/powerpoint/2010/main" val="59458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8CDB65-37C5-C10A-2F09-A2AD1F1CEEBF}"/>
              </a:ext>
            </a:extLst>
          </p:cNvPr>
          <p:cNvPicPr>
            <a:picLocks noChangeAspect="1"/>
          </p:cNvPicPr>
          <p:nvPr/>
        </p:nvPicPr>
        <p:blipFill>
          <a:blip r:embed="rId2"/>
          <a:stretch>
            <a:fillRect/>
          </a:stretch>
        </p:blipFill>
        <p:spPr>
          <a:xfrm>
            <a:off x="533400" y="666750"/>
            <a:ext cx="5523497" cy="3925678"/>
          </a:xfrm>
          <a:prstGeom prst="rect">
            <a:avLst/>
          </a:prstGeom>
        </p:spPr>
      </p:pic>
    </p:spTree>
    <p:extLst>
      <p:ext uri="{BB962C8B-B14F-4D97-AF65-F5344CB8AC3E}">
        <p14:creationId xmlns:p14="http://schemas.microsoft.com/office/powerpoint/2010/main" val="3143905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0A2261-636F-7AEE-F016-87A745684DDA}"/>
              </a:ext>
            </a:extLst>
          </p:cNvPr>
          <p:cNvPicPr>
            <a:picLocks noChangeAspect="1"/>
          </p:cNvPicPr>
          <p:nvPr/>
        </p:nvPicPr>
        <p:blipFill>
          <a:blip r:embed="rId2"/>
          <a:stretch>
            <a:fillRect/>
          </a:stretch>
        </p:blipFill>
        <p:spPr>
          <a:xfrm>
            <a:off x="228600" y="590550"/>
            <a:ext cx="3285677" cy="3200400"/>
          </a:xfrm>
          <a:prstGeom prst="rect">
            <a:avLst/>
          </a:prstGeom>
        </p:spPr>
      </p:pic>
      <p:pic>
        <p:nvPicPr>
          <p:cNvPr id="7" name="Picture 6">
            <a:extLst>
              <a:ext uri="{FF2B5EF4-FFF2-40B4-BE49-F238E27FC236}">
                <a16:creationId xmlns:a16="http://schemas.microsoft.com/office/drawing/2014/main" id="{504F67AC-6907-4D61-03CF-84559A9DC88D}"/>
              </a:ext>
            </a:extLst>
          </p:cNvPr>
          <p:cNvPicPr>
            <a:picLocks noChangeAspect="1"/>
          </p:cNvPicPr>
          <p:nvPr/>
        </p:nvPicPr>
        <p:blipFill>
          <a:blip r:embed="rId3"/>
          <a:stretch>
            <a:fillRect/>
          </a:stretch>
        </p:blipFill>
        <p:spPr>
          <a:xfrm>
            <a:off x="3962400" y="590550"/>
            <a:ext cx="4456855" cy="4248150"/>
          </a:xfrm>
          <a:prstGeom prst="rect">
            <a:avLst/>
          </a:prstGeom>
        </p:spPr>
      </p:pic>
    </p:spTree>
    <p:extLst>
      <p:ext uri="{BB962C8B-B14F-4D97-AF65-F5344CB8AC3E}">
        <p14:creationId xmlns:p14="http://schemas.microsoft.com/office/powerpoint/2010/main" val="1600617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E2CC7B-432F-56AB-E72F-2E21C45E44E9}"/>
              </a:ext>
            </a:extLst>
          </p:cNvPr>
          <p:cNvPicPr>
            <a:picLocks noChangeAspect="1"/>
          </p:cNvPicPr>
          <p:nvPr/>
        </p:nvPicPr>
        <p:blipFill>
          <a:blip r:embed="rId2"/>
          <a:stretch>
            <a:fillRect/>
          </a:stretch>
        </p:blipFill>
        <p:spPr>
          <a:xfrm>
            <a:off x="533400" y="895350"/>
            <a:ext cx="3730576" cy="3707759"/>
          </a:xfrm>
          <a:prstGeom prst="rect">
            <a:avLst/>
          </a:prstGeom>
        </p:spPr>
      </p:pic>
      <p:pic>
        <p:nvPicPr>
          <p:cNvPr id="7" name="Picture 6">
            <a:extLst>
              <a:ext uri="{FF2B5EF4-FFF2-40B4-BE49-F238E27FC236}">
                <a16:creationId xmlns:a16="http://schemas.microsoft.com/office/drawing/2014/main" id="{F69E183F-F91C-2F06-F4A0-88EDFB92BC00}"/>
              </a:ext>
            </a:extLst>
          </p:cNvPr>
          <p:cNvPicPr>
            <a:picLocks noChangeAspect="1"/>
          </p:cNvPicPr>
          <p:nvPr/>
        </p:nvPicPr>
        <p:blipFill>
          <a:blip r:embed="rId3"/>
          <a:stretch>
            <a:fillRect/>
          </a:stretch>
        </p:blipFill>
        <p:spPr>
          <a:xfrm>
            <a:off x="4397244" y="1504950"/>
            <a:ext cx="4205736" cy="2641826"/>
          </a:xfrm>
          <a:prstGeom prst="rect">
            <a:avLst/>
          </a:prstGeom>
        </p:spPr>
      </p:pic>
    </p:spTree>
    <p:extLst>
      <p:ext uri="{BB962C8B-B14F-4D97-AF65-F5344CB8AC3E}">
        <p14:creationId xmlns:p14="http://schemas.microsoft.com/office/powerpoint/2010/main" val="3703838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B13A7-8229-00C0-2281-4DB9E8916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9CF73-ADD7-3432-16AE-EFD0B8A01469}"/>
              </a:ext>
            </a:extLst>
          </p:cNvPr>
          <p:cNvSpPr>
            <a:spLocks noGrp="1"/>
          </p:cNvSpPr>
          <p:nvPr>
            <p:ph type="title"/>
          </p:nvPr>
        </p:nvSpPr>
        <p:spPr>
          <a:xfrm>
            <a:off x="577850" y="736598"/>
            <a:ext cx="7988300" cy="369332"/>
          </a:xfrm>
        </p:spPr>
        <p:txBody>
          <a:bodyPr/>
          <a:lstStyle/>
          <a:p>
            <a:r>
              <a:rPr lang="en-US" dirty="0"/>
              <a:t>Now I want you to do an example…</a:t>
            </a:r>
          </a:p>
        </p:txBody>
      </p:sp>
      <p:sp>
        <p:nvSpPr>
          <p:cNvPr id="6" name="Text Placeholder 2">
            <a:extLst>
              <a:ext uri="{FF2B5EF4-FFF2-40B4-BE49-F238E27FC236}">
                <a16:creationId xmlns:a16="http://schemas.microsoft.com/office/drawing/2014/main" id="{8F6951BF-DB31-122B-FACD-00436DFE301A}"/>
              </a:ext>
            </a:extLst>
          </p:cNvPr>
          <p:cNvSpPr txBox="1">
            <a:spLocks/>
          </p:cNvSpPr>
          <p:nvPr/>
        </p:nvSpPr>
        <p:spPr>
          <a:xfrm>
            <a:off x="990600" y="2266950"/>
            <a:ext cx="4343400" cy="698500"/>
          </a:xfrm>
          <a:prstGeom prst="rect">
            <a:avLst/>
          </a:prstGeom>
        </p:spPr>
        <p:txBody>
          <a:bodyPr/>
          <a:lstStyle>
            <a:lvl1pPr marL="171450" indent="-171450">
              <a:buClr>
                <a:schemeClr val="tx2"/>
              </a:buClr>
              <a:buFont typeface="Arial" panose="020B0604020202020204" pitchFamily="34" charset="0"/>
              <a:buChar char="•"/>
              <a:defRPr>
                <a:solidFill>
                  <a:schemeClr val="tx2"/>
                </a:solidFill>
                <a:latin typeface="+mn-lt"/>
                <a:ea typeface="+mn-ea"/>
                <a:cs typeface="+mn-cs"/>
              </a:defRPr>
            </a:lvl1pPr>
            <a:lvl2pPr marL="457200">
              <a:buFont typeface="Arial" panose="020B0604020202020204" pitchFamily="34" charset="0"/>
              <a:buChar char="•"/>
              <a:defRPr>
                <a:solidFill>
                  <a:schemeClr val="tx2"/>
                </a:solidFill>
                <a:latin typeface="+mn-lt"/>
                <a:ea typeface="+mn-ea"/>
                <a:cs typeface="+mn-cs"/>
              </a:defRPr>
            </a:lvl2pPr>
            <a:lvl3pPr marL="914400">
              <a:buFont typeface="Arial" panose="020B0604020202020204" pitchFamily="34" charset="0"/>
              <a:buChar char="•"/>
              <a:defRPr>
                <a:solidFill>
                  <a:schemeClr val="tx2"/>
                </a:solidFill>
                <a:latin typeface="+mn-lt"/>
                <a:ea typeface="+mn-ea"/>
                <a:cs typeface="+mn-cs"/>
              </a:defRPr>
            </a:lvl3pPr>
            <a:lvl4pPr marL="1371600">
              <a:buFont typeface="Arial" panose="020B0604020202020204" pitchFamily="34" charset="0"/>
              <a:buChar char="•"/>
              <a:defRPr>
                <a:solidFill>
                  <a:schemeClr val="tx2"/>
                </a:solidFill>
                <a:latin typeface="+mn-lt"/>
                <a:ea typeface="+mn-ea"/>
                <a:cs typeface="+mn-cs"/>
              </a:defRPr>
            </a:lvl4pPr>
            <a:lvl5pPr marL="1828800">
              <a:buFont typeface="Arial" panose="020B0604020202020204" pitchFamily="34" charset="0"/>
              <a:buChar char="•"/>
              <a:defRPr>
                <a:solidFill>
                  <a:schemeClr val="tx2"/>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1400" dirty="0"/>
              <a:t>-  Does the data look like it comes from a GEV?</a:t>
            </a:r>
          </a:p>
          <a:p>
            <a:pPr>
              <a:buFontTx/>
              <a:buChar char="-"/>
            </a:pPr>
            <a:r>
              <a:rPr lang="en-US" sz="1400" dirty="0"/>
              <a:t>Would you fit a non-stationary model?</a:t>
            </a:r>
          </a:p>
          <a:p>
            <a:pPr>
              <a:buFontTx/>
              <a:buChar char="-"/>
            </a:pPr>
            <a:r>
              <a:rPr lang="en-US" sz="1400" dirty="0"/>
              <a:t>Which non-stationary model would you fit?</a:t>
            </a:r>
          </a:p>
        </p:txBody>
      </p:sp>
      <p:pic>
        <p:nvPicPr>
          <p:cNvPr id="7" name="Picture 6">
            <a:extLst>
              <a:ext uri="{FF2B5EF4-FFF2-40B4-BE49-F238E27FC236}">
                <a16:creationId xmlns:a16="http://schemas.microsoft.com/office/drawing/2014/main" id="{BC643234-EC9F-D885-CC3D-8E7BC050C01C}"/>
              </a:ext>
            </a:extLst>
          </p:cNvPr>
          <p:cNvPicPr>
            <a:picLocks noChangeAspect="1"/>
          </p:cNvPicPr>
          <p:nvPr/>
        </p:nvPicPr>
        <p:blipFill>
          <a:blip r:embed="rId2"/>
          <a:stretch>
            <a:fillRect/>
          </a:stretch>
        </p:blipFill>
        <p:spPr>
          <a:xfrm>
            <a:off x="554990" y="1267094"/>
            <a:ext cx="6781800" cy="900239"/>
          </a:xfrm>
          <a:prstGeom prst="rect">
            <a:avLst/>
          </a:prstGeom>
        </p:spPr>
      </p:pic>
    </p:spTree>
    <p:extLst>
      <p:ext uri="{BB962C8B-B14F-4D97-AF65-F5344CB8AC3E}">
        <p14:creationId xmlns:p14="http://schemas.microsoft.com/office/powerpoint/2010/main" val="2159993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0DAF7-6B96-65E5-42FC-D821498048E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24BA699-2886-42A3-C2E5-7C2368973E6D}"/>
              </a:ext>
            </a:extLst>
          </p:cNvPr>
          <p:cNvPicPr>
            <a:picLocks noChangeAspect="1"/>
          </p:cNvPicPr>
          <p:nvPr/>
        </p:nvPicPr>
        <p:blipFill>
          <a:blip r:embed="rId2"/>
          <a:stretch>
            <a:fillRect/>
          </a:stretch>
        </p:blipFill>
        <p:spPr>
          <a:xfrm>
            <a:off x="4019061" y="960454"/>
            <a:ext cx="3652044" cy="3444604"/>
          </a:xfrm>
          <a:prstGeom prst="rect">
            <a:avLst/>
          </a:prstGeom>
        </p:spPr>
      </p:pic>
      <p:pic>
        <p:nvPicPr>
          <p:cNvPr id="12" name="Picture 11">
            <a:extLst>
              <a:ext uri="{FF2B5EF4-FFF2-40B4-BE49-F238E27FC236}">
                <a16:creationId xmlns:a16="http://schemas.microsoft.com/office/drawing/2014/main" id="{85920A90-6AD2-DE35-EAF3-DB3FF18DC5B9}"/>
              </a:ext>
            </a:extLst>
          </p:cNvPr>
          <p:cNvPicPr>
            <a:picLocks noChangeAspect="1"/>
          </p:cNvPicPr>
          <p:nvPr/>
        </p:nvPicPr>
        <p:blipFill>
          <a:blip r:embed="rId3"/>
          <a:stretch>
            <a:fillRect/>
          </a:stretch>
        </p:blipFill>
        <p:spPr>
          <a:xfrm>
            <a:off x="381000" y="956644"/>
            <a:ext cx="3638061" cy="3444604"/>
          </a:xfrm>
          <a:prstGeom prst="rect">
            <a:avLst/>
          </a:prstGeom>
        </p:spPr>
      </p:pic>
    </p:spTree>
    <p:extLst>
      <p:ext uri="{BB962C8B-B14F-4D97-AF65-F5344CB8AC3E}">
        <p14:creationId xmlns:p14="http://schemas.microsoft.com/office/powerpoint/2010/main" val="1552129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234F35-FD2E-3CFA-9738-9C6C51185BD8}"/>
              </a:ext>
            </a:extLst>
          </p:cNvPr>
          <p:cNvPicPr>
            <a:picLocks noChangeAspect="1"/>
          </p:cNvPicPr>
          <p:nvPr/>
        </p:nvPicPr>
        <p:blipFill>
          <a:blip r:embed="rId2"/>
          <a:stretch>
            <a:fillRect/>
          </a:stretch>
        </p:blipFill>
        <p:spPr>
          <a:xfrm>
            <a:off x="304800" y="1047750"/>
            <a:ext cx="3533897" cy="3276600"/>
          </a:xfrm>
          <a:prstGeom prst="rect">
            <a:avLst/>
          </a:prstGeom>
        </p:spPr>
      </p:pic>
      <p:pic>
        <p:nvPicPr>
          <p:cNvPr id="8" name="Picture 7">
            <a:extLst>
              <a:ext uri="{FF2B5EF4-FFF2-40B4-BE49-F238E27FC236}">
                <a16:creationId xmlns:a16="http://schemas.microsoft.com/office/drawing/2014/main" id="{6302ACFE-C390-560E-D0BB-FE045D645590}"/>
              </a:ext>
            </a:extLst>
          </p:cNvPr>
          <p:cNvPicPr>
            <a:picLocks noChangeAspect="1"/>
          </p:cNvPicPr>
          <p:nvPr/>
        </p:nvPicPr>
        <p:blipFill>
          <a:blip r:embed="rId3"/>
          <a:stretch>
            <a:fillRect/>
          </a:stretch>
        </p:blipFill>
        <p:spPr>
          <a:xfrm>
            <a:off x="4033845" y="1047749"/>
            <a:ext cx="3582460" cy="3343275"/>
          </a:xfrm>
          <a:prstGeom prst="rect">
            <a:avLst/>
          </a:prstGeom>
        </p:spPr>
      </p:pic>
      <p:pic>
        <p:nvPicPr>
          <p:cNvPr id="11" name="Picture 10">
            <a:extLst>
              <a:ext uri="{FF2B5EF4-FFF2-40B4-BE49-F238E27FC236}">
                <a16:creationId xmlns:a16="http://schemas.microsoft.com/office/drawing/2014/main" id="{4DC5A554-1C4E-B404-B550-3C792502EEC5}"/>
              </a:ext>
            </a:extLst>
          </p:cNvPr>
          <p:cNvPicPr>
            <a:picLocks noChangeAspect="1"/>
          </p:cNvPicPr>
          <p:nvPr/>
        </p:nvPicPr>
        <p:blipFill>
          <a:blip r:embed="rId4"/>
          <a:stretch>
            <a:fillRect/>
          </a:stretch>
        </p:blipFill>
        <p:spPr>
          <a:xfrm>
            <a:off x="1981200" y="2419350"/>
            <a:ext cx="6553200" cy="2486136"/>
          </a:xfrm>
          <a:prstGeom prst="rect">
            <a:avLst/>
          </a:prstGeom>
        </p:spPr>
      </p:pic>
    </p:spTree>
    <p:extLst>
      <p:ext uri="{BB962C8B-B14F-4D97-AF65-F5344CB8AC3E}">
        <p14:creationId xmlns:p14="http://schemas.microsoft.com/office/powerpoint/2010/main" val="250900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2BD59-A829-678D-B101-D5D3392DF145}"/>
              </a:ext>
            </a:extLst>
          </p:cNvPr>
          <p:cNvSpPr>
            <a:spLocks noGrp="1"/>
          </p:cNvSpPr>
          <p:nvPr>
            <p:ph type="title"/>
          </p:nvPr>
        </p:nvSpPr>
        <p:spPr>
          <a:xfrm>
            <a:off x="577850" y="736598"/>
            <a:ext cx="7988300" cy="369332"/>
          </a:xfrm>
        </p:spPr>
        <p:txBody>
          <a:bodyPr/>
          <a:lstStyle/>
          <a:p>
            <a:r>
              <a:rPr lang="en-AU" dirty="0"/>
              <a:t>Inductive vs deductive reasoning</a:t>
            </a:r>
          </a:p>
        </p:txBody>
      </p:sp>
      <p:sp>
        <p:nvSpPr>
          <p:cNvPr id="3" name="Text Placeholder 2">
            <a:extLst>
              <a:ext uri="{FF2B5EF4-FFF2-40B4-BE49-F238E27FC236}">
                <a16:creationId xmlns:a16="http://schemas.microsoft.com/office/drawing/2014/main" id="{269E0273-6DBB-5B3B-DB10-FD8312F92680}"/>
              </a:ext>
            </a:extLst>
          </p:cNvPr>
          <p:cNvSpPr>
            <a:spLocks noGrp="1"/>
          </p:cNvSpPr>
          <p:nvPr>
            <p:ph type="body" sz="quarter" idx="10"/>
          </p:nvPr>
        </p:nvSpPr>
        <p:spPr>
          <a:xfrm>
            <a:off x="1881188" y="1809750"/>
            <a:ext cx="6424612" cy="2755900"/>
          </a:xfrm>
        </p:spPr>
        <p:txBody>
          <a:bodyPr/>
          <a:lstStyle/>
          <a:p>
            <a:r>
              <a:rPr lang="en-US" sz="1400" dirty="0"/>
              <a:t>When the model structure cannot be inferred in a deductive manner and nonstationary models are fitted by inductive inference</a:t>
            </a:r>
            <a:r>
              <a:rPr lang="en-US" sz="1400" b="1" dirty="0"/>
              <a:t>, model structure introduces an additional source of uncertainty</a:t>
            </a:r>
            <a:r>
              <a:rPr lang="en-US" sz="1400" dirty="0"/>
              <a:t> so that the resulting nonstationary models can provide no practical enhancement of the credibility and accuracy of the predicted extreme quantiles, whereas possible model misspecification can easily lead to physically inconsistent results.</a:t>
            </a:r>
            <a:endParaRPr lang="en-AU" sz="1400" dirty="0"/>
          </a:p>
        </p:txBody>
      </p:sp>
      <p:pic>
        <p:nvPicPr>
          <p:cNvPr id="4" name="Picture 3">
            <a:extLst>
              <a:ext uri="{FF2B5EF4-FFF2-40B4-BE49-F238E27FC236}">
                <a16:creationId xmlns:a16="http://schemas.microsoft.com/office/drawing/2014/main" id="{E5DD582B-AA45-E479-5CD8-F3DF408EE3AA}"/>
              </a:ext>
            </a:extLst>
          </p:cNvPr>
          <p:cNvPicPr>
            <a:picLocks noChangeAspect="1"/>
          </p:cNvPicPr>
          <p:nvPr/>
        </p:nvPicPr>
        <p:blipFill>
          <a:blip r:embed="rId2"/>
          <a:srcRect b="80858"/>
          <a:stretch>
            <a:fillRect/>
          </a:stretch>
        </p:blipFill>
        <p:spPr>
          <a:xfrm>
            <a:off x="1981200" y="3409950"/>
            <a:ext cx="5908432" cy="838200"/>
          </a:xfrm>
          <a:prstGeom prst="rect">
            <a:avLst/>
          </a:prstGeom>
        </p:spPr>
      </p:pic>
    </p:spTree>
    <p:extLst>
      <p:ext uri="{BB962C8B-B14F-4D97-AF65-F5344CB8AC3E}">
        <p14:creationId xmlns:p14="http://schemas.microsoft.com/office/powerpoint/2010/main" val="2778804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36AA-500A-9B8A-7634-23537C7936A1}"/>
              </a:ext>
            </a:extLst>
          </p:cNvPr>
          <p:cNvSpPr>
            <a:spLocks noGrp="1"/>
          </p:cNvSpPr>
          <p:nvPr>
            <p:ph type="title"/>
          </p:nvPr>
        </p:nvSpPr>
        <p:spPr>
          <a:xfrm>
            <a:off x="577850" y="736598"/>
            <a:ext cx="3613150" cy="369332"/>
          </a:xfrm>
        </p:spPr>
        <p:txBody>
          <a:bodyPr/>
          <a:lstStyle/>
          <a:p>
            <a:r>
              <a:rPr lang="en-US" dirty="0"/>
              <a:t>A physical basis</a:t>
            </a:r>
          </a:p>
        </p:txBody>
      </p:sp>
      <p:sp>
        <p:nvSpPr>
          <p:cNvPr id="3" name="Text Placeholder 2">
            <a:extLst>
              <a:ext uri="{FF2B5EF4-FFF2-40B4-BE49-F238E27FC236}">
                <a16:creationId xmlns:a16="http://schemas.microsoft.com/office/drawing/2014/main" id="{E1CC48CA-D86B-B09E-D9B6-4B227B7A6807}"/>
              </a:ext>
            </a:extLst>
          </p:cNvPr>
          <p:cNvSpPr>
            <a:spLocks noGrp="1"/>
          </p:cNvSpPr>
          <p:nvPr>
            <p:ph type="body" sz="quarter" idx="10"/>
          </p:nvPr>
        </p:nvSpPr>
        <p:spPr>
          <a:xfrm>
            <a:off x="914400" y="1733550"/>
            <a:ext cx="6684962" cy="2527300"/>
          </a:xfrm>
        </p:spPr>
        <p:txBody>
          <a:bodyPr/>
          <a:lstStyle/>
          <a:p>
            <a:r>
              <a:rPr lang="en-US" dirty="0"/>
              <a:t>Clausius-Clapeyron relationship</a:t>
            </a:r>
          </a:p>
        </p:txBody>
      </p:sp>
      <p:pic>
        <p:nvPicPr>
          <p:cNvPr id="7" name="Picture 6">
            <a:extLst>
              <a:ext uri="{FF2B5EF4-FFF2-40B4-BE49-F238E27FC236}">
                <a16:creationId xmlns:a16="http://schemas.microsoft.com/office/drawing/2014/main" id="{CF8BC998-9849-5DF8-0D13-37EF667A8477}"/>
              </a:ext>
            </a:extLst>
          </p:cNvPr>
          <p:cNvPicPr>
            <a:picLocks noChangeAspect="1"/>
          </p:cNvPicPr>
          <p:nvPr/>
        </p:nvPicPr>
        <p:blipFill>
          <a:blip r:embed="rId2"/>
          <a:stretch>
            <a:fillRect/>
          </a:stretch>
        </p:blipFill>
        <p:spPr>
          <a:xfrm>
            <a:off x="885548" y="2355200"/>
            <a:ext cx="3569525" cy="2051702"/>
          </a:xfrm>
          <a:prstGeom prst="rect">
            <a:avLst/>
          </a:prstGeom>
        </p:spPr>
      </p:pic>
    </p:spTree>
    <p:extLst>
      <p:ext uri="{BB962C8B-B14F-4D97-AF65-F5344CB8AC3E}">
        <p14:creationId xmlns:p14="http://schemas.microsoft.com/office/powerpoint/2010/main" val="2121660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DD72F4-9B6D-ECAE-09F1-046B64C32B25}"/>
              </a:ext>
            </a:extLst>
          </p:cNvPr>
          <p:cNvPicPr>
            <a:picLocks noChangeAspect="1"/>
          </p:cNvPicPr>
          <p:nvPr/>
        </p:nvPicPr>
        <p:blipFill>
          <a:blip r:embed="rId2"/>
          <a:stretch>
            <a:fillRect/>
          </a:stretch>
        </p:blipFill>
        <p:spPr>
          <a:xfrm>
            <a:off x="1771884" y="2266950"/>
            <a:ext cx="4953000" cy="956272"/>
          </a:xfrm>
          <a:prstGeom prst="rect">
            <a:avLst/>
          </a:prstGeom>
        </p:spPr>
      </p:pic>
      <p:pic>
        <p:nvPicPr>
          <p:cNvPr id="5" name="Picture 4">
            <a:extLst>
              <a:ext uri="{FF2B5EF4-FFF2-40B4-BE49-F238E27FC236}">
                <a16:creationId xmlns:a16="http://schemas.microsoft.com/office/drawing/2014/main" id="{8975D694-E4B9-0603-4A04-706DA1F0FF3D}"/>
              </a:ext>
            </a:extLst>
          </p:cNvPr>
          <p:cNvPicPr>
            <a:picLocks noChangeAspect="1"/>
          </p:cNvPicPr>
          <p:nvPr/>
        </p:nvPicPr>
        <p:blipFill>
          <a:blip r:embed="rId3"/>
          <a:stretch>
            <a:fillRect/>
          </a:stretch>
        </p:blipFill>
        <p:spPr>
          <a:xfrm>
            <a:off x="2122622" y="1276350"/>
            <a:ext cx="4251524" cy="903318"/>
          </a:xfrm>
          <a:prstGeom prst="rect">
            <a:avLst/>
          </a:prstGeom>
        </p:spPr>
      </p:pic>
    </p:spTree>
    <p:extLst>
      <p:ext uri="{BB962C8B-B14F-4D97-AF65-F5344CB8AC3E}">
        <p14:creationId xmlns:p14="http://schemas.microsoft.com/office/powerpoint/2010/main" val="189643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767253-6C4E-8E7C-3E25-28B094DA0A92}"/>
              </a:ext>
            </a:extLst>
          </p:cNvPr>
          <p:cNvPicPr>
            <a:picLocks noChangeAspect="1"/>
          </p:cNvPicPr>
          <p:nvPr/>
        </p:nvPicPr>
        <p:blipFill>
          <a:blip r:embed="rId2"/>
          <a:stretch>
            <a:fillRect/>
          </a:stretch>
        </p:blipFill>
        <p:spPr>
          <a:xfrm>
            <a:off x="533400" y="677246"/>
            <a:ext cx="4743814" cy="3789008"/>
          </a:xfrm>
          <a:prstGeom prst="rect">
            <a:avLst/>
          </a:prstGeom>
        </p:spPr>
      </p:pic>
    </p:spTree>
    <p:extLst>
      <p:ext uri="{BB962C8B-B14F-4D97-AF65-F5344CB8AC3E}">
        <p14:creationId xmlns:p14="http://schemas.microsoft.com/office/powerpoint/2010/main" val="1295801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F99E5E4-2C3A-D96B-B071-5EF5A2221835}"/>
              </a:ext>
            </a:extLst>
          </p:cNvPr>
          <p:cNvPicPr>
            <a:picLocks noChangeAspect="1"/>
          </p:cNvPicPr>
          <p:nvPr/>
        </p:nvPicPr>
        <p:blipFill>
          <a:blip r:embed="rId2"/>
          <a:stretch>
            <a:fillRect/>
          </a:stretch>
        </p:blipFill>
        <p:spPr>
          <a:xfrm>
            <a:off x="457200" y="817148"/>
            <a:ext cx="3708150" cy="3509203"/>
          </a:xfrm>
          <a:prstGeom prst="rect">
            <a:avLst/>
          </a:prstGeom>
        </p:spPr>
      </p:pic>
    </p:spTree>
    <p:extLst>
      <p:ext uri="{BB962C8B-B14F-4D97-AF65-F5344CB8AC3E}">
        <p14:creationId xmlns:p14="http://schemas.microsoft.com/office/powerpoint/2010/main" val="432888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C2C9D-C372-5F5B-4F21-A5B9A6549D10}"/>
              </a:ext>
            </a:extLst>
          </p:cNvPr>
          <p:cNvSpPr>
            <a:spLocks noGrp="1"/>
          </p:cNvSpPr>
          <p:nvPr>
            <p:ph type="title"/>
          </p:nvPr>
        </p:nvSpPr>
        <p:spPr>
          <a:xfrm>
            <a:off x="577850" y="742950"/>
            <a:ext cx="7988300" cy="369332"/>
          </a:xfrm>
        </p:spPr>
        <p:txBody>
          <a:bodyPr/>
          <a:lstStyle/>
          <a:p>
            <a:r>
              <a:rPr lang="en-AU" dirty="0"/>
              <a:t>Further reading</a:t>
            </a:r>
          </a:p>
        </p:txBody>
      </p:sp>
      <p:sp>
        <p:nvSpPr>
          <p:cNvPr id="10" name="TextBox 9">
            <a:extLst>
              <a:ext uri="{FF2B5EF4-FFF2-40B4-BE49-F238E27FC236}">
                <a16:creationId xmlns:a16="http://schemas.microsoft.com/office/drawing/2014/main" id="{062350D9-7E10-5296-3B3A-CA6D962B8B19}"/>
              </a:ext>
            </a:extLst>
          </p:cNvPr>
          <p:cNvSpPr txBox="1"/>
          <p:nvPr/>
        </p:nvSpPr>
        <p:spPr>
          <a:xfrm>
            <a:off x="1066800" y="3258800"/>
            <a:ext cx="7315200" cy="1446550"/>
          </a:xfrm>
          <a:prstGeom prst="rect">
            <a:avLst/>
          </a:prstGeom>
          <a:noFill/>
        </p:spPr>
        <p:txBody>
          <a:bodyPr wrap="square">
            <a:spAutoFit/>
          </a:bodyPr>
          <a:lstStyle/>
          <a:p>
            <a:pPr marL="171450" indent="-171450">
              <a:buFontTx/>
              <a:buChar char="-"/>
            </a:pPr>
            <a:r>
              <a:rPr lang="en-AU" sz="1100" dirty="0" err="1">
                <a:solidFill>
                  <a:schemeClr val="tx1"/>
                </a:solidFill>
                <a:latin typeface="Arial" panose="020B0604020202020204" pitchFamily="34" charset="0"/>
              </a:rPr>
              <a:t>Schlef</a:t>
            </a:r>
            <a:r>
              <a:rPr lang="en-AU" sz="1100" dirty="0">
                <a:solidFill>
                  <a:schemeClr val="tx1"/>
                </a:solidFill>
                <a:latin typeface="Arial" panose="020B0604020202020204" pitchFamily="34" charset="0"/>
              </a:rPr>
              <a:t>, K.E., Kunkel, K.E., Brown, C., Demissie, Y., Lettenmaier, D.P., Wagner, A., </a:t>
            </a:r>
            <a:r>
              <a:rPr lang="en-AU" sz="1100" dirty="0" err="1">
                <a:solidFill>
                  <a:schemeClr val="tx1"/>
                </a:solidFill>
                <a:latin typeface="Arial" panose="020B0604020202020204" pitchFamily="34" charset="0"/>
              </a:rPr>
              <a:t>Wigmosta</a:t>
            </a:r>
            <a:r>
              <a:rPr lang="en-AU" sz="1100" dirty="0">
                <a:solidFill>
                  <a:schemeClr val="tx1"/>
                </a:solidFill>
                <a:latin typeface="Arial" panose="020B0604020202020204" pitchFamily="34" charset="0"/>
              </a:rPr>
              <a:t>, M.S., Karl, T.R., Easterling, D.R., Wang, K.J., François, B., Yan, E., 2023. Incorporating non-stationarity from climate change into rainfall frequency and intensity-duration-frequency (IDF) curves. Journal of Hydrology 616, 128757.</a:t>
            </a:r>
          </a:p>
          <a:p>
            <a:pPr marL="171450" indent="-171450">
              <a:buFontTx/>
              <a:buChar char="-"/>
            </a:pPr>
            <a:r>
              <a:rPr lang="en-US" sz="1100" dirty="0">
                <a:solidFill>
                  <a:schemeClr val="tx1"/>
                </a:solidFill>
                <a:latin typeface="Arial" panose="020B0604020202020204" pitchFamily="34" charset="0"/>
              </a:rPr>
              <a:t>Jayaweera, L., Wasko, C., Nathan, R., 2024. Modelling non-stationarity in extreme rainfall using large-scale climate drivers. Journal of Hydrology 636, 131309. </a:t>
            </a:r>
          </a:p>
          <a:p>
            <a:pPr marL="171450" indent="-171450">
              <a:buFontTx/>
              <a:buChar char="-"/>
            </a:pPr>
            <a:r>
              <a:rPr lang="en-US" sz="1100" dirty="0" err="1">
                <a:solidFill>
                  <a:schemeClr val="tx1"/>
                </a:solidFill>
                <a:latin typeface="Arial" panose="020B0604020202020204" pitchFamily="34" charset="0"/>
              </a:rPr>
              <a:t>Schlef</a:t>
            </a:r>
            <a:r>
              <a:rPr lang="en-US" sz="1100" dirty="0">
                <a:solidFill>
                  <a:schemeClr val="tx1"/>
                </a:solidFill>
                <a:latin typeface="Arial" panose="020B0604020202020204" pitchFamily="34" charset="0"/>
              </a:rPr>
              <a:t>, K.E., François, B., Robertson, A.W., Brown, C., 2018. A General Methodology for Climate-Informed Approaches to Long-Term Flood Projection—Illustrated With the Ohio River Basin. Water Resources Research 54, 9321–9341. https://doi.org/10.1029/2018WR023209</a:t>
            </a:r>
            <a:endParaRPr lang="en-AU" sz="1100" dirty="0">
              <a:solidFill>
                <a:schemeClr val="tx1"/>
              </a:solidFill>
              <a:latin typeface="Arial" panose="020B0604020202020204" pitchFamily="34" charset="0"/>
            </a:endParaRPr>
          </a:p>
        </p:txBody>
      </p:sp>
      <p:sp>
        <p:nvSpPr>
          <p:cNvPr id="11" name="TextBox 10">
            <a:extLst>
              <a:ext uri="{FF2B5EF4-FFF2-40B4-BE49-F238E27FC236}">
                <a16:creationId xmlns:a16="http://schemas.microsoft.com/office/drawing/2014/main" id="{2A607E59-3DF2-0AED-AB58-369E9C51E5EF}"/>
              </a:ext>
            </a:extLst>
          </p:cNvPr>
          <p:cNvSpPr txBox="1"/>
          <p:nvPr/>
        </p:nvSpPr>
        <p:spPr>
          <a:xfrm>
            <a:off x="1066800" y="1517630"/>
            <a:ext cx="7315200" cy="1631216"/>
          </a:xfrm>
          <a:prstGeom prst="rect">
            <a:avLst/>
          </a:prstGeom>
          <a:noFill/>
        </p:spPr>
        <p:txBody>
          <a:bodyPr wrap="square">
            <a:spAutoFit/>
          </a:bodyPr>
          <a:lstStyle/>
          <a:p>
            <a:pPr marL="171450" indent="-171450">
              <a:buFontTx/>
              <a:buChar char="-"/>
            </a:pPr>
            <a:r>
              <a:rPr lang="en-US" sz="1100" b="0" i="0" dirty="0">
                <a:solidFill>
                  <a:srgbClr val="222222"/>
                </a:solidFill>
                <a:effectLst/>
                <a:latin typeface="Arial" panose="020B0604020202020204" pitchFamily="34" charset="0"/>
              </a:rPr>
              <a:t>Jayaweera, L., Wasko, C., Nathan, R., 2025. Evidence for Non‐Stationarity in the GEV Shape Parameter When Modeling Extreme Rainfall. Water Resources Research 61, e2023WR036426.</a:t>
            </a:r>
          </a:p>
          <a:p>
            <a:pPr marL="171450" indent="-171450">
              <a:buFontTx/>
              <a:buChar char="-"/>
            </a:pPr>
            <a:r>
              <a:rPr lang="en-US" sz="1100" b="0" i="0" dirty="0">
                <a:solidFill>
                  <a:srgbClr val="222222"/>
                </a:solidFill>
                <a:effectLst/>
                <a:latin typeface="Arial" panose="020B0604020202020204" pitchFamily="34" charset="0"/>
              </a:rPr>
              <a:t>Prosdocimi, I., Kjeldsen, T., 2021. </a:t>
            </a:r>
            <a:r>
              <a:rPr lang="en-US" sz="1100" b="0" i="0" dirty="0" err="1">
                <a:solidFill>
                  <a:srgbClr val="222222"/>
                </a:solidFill>
                <a:effectLst/>
                <a:latin typeface="Arial" panose="020B0604020202020204" pitchFamily="34" charset="0"/>
              </a:rPr>
              <a:t>Parametrisation</a:t>
            </a:r>
            <a:r>
              <a:rPr lang="en-US" sz="1100" b="0" i="0" dirty="0">
                <a:solidFill>
                  <a:srgbClr val="222222"/>
                </a:solidFill>
                <a:effectLst/>
                <a:latin typeface="Arial" panose="020B0604020202020204" pitchFamily="34" charset="0"/>
              </a:rPr>
              <a:t> of change-permitting extreme value models and </a:t>
            </a:r>
            <a:r>
              <a:rPr lang="en-US" sz="1100" b="0" i="0" dirty="0">
                <a:solidFill>
                  <a:schemeClr val="tx1"/>
                </a:solidFill>
                <a:effectLst/>
                <a:latin typeface="Arial" panose="020B0604020202020204" pitchFamily="34" charset="0"/>
              </a:rPr>
              <a:t>its impact on the description of change. Stoch. Environ. Res. Risk Assess. 35, 307–324.</a:t>
            </a:r>
          </a:p>
          <a:p>
            <a:pPr marL="171450" indent="-171450">
              <a:buFontTx/>
              <a:buChar char="-"/>
            </a:pPr>
            <a:r>
              <a:rPr lang="en-US" sz="1100" dirty="0" err="1">
                <a:solidFill>
                  <a:schemeClr val="tx1"/>
                </a:solidFill>
              </a:rPr>
              <a:t>Stedinger</a:t>
            </a:r>
            <a:r>
              <a:rPr lang="en-US" sz="1100" dirty="0">
                <a:solidFill>
                  <a:schemeClr val="tx1"/>
                </a:solidFill>
              </a:rPr>
              <a:t>, J. R., &amp; </a:t>
            </a:r>
            <a:r>
              <a:rPr lang="en-US" sz="1100" dirty="0" err="1">
                <a:solidFill>
                  <a:schemeClr val="tx1"/>
                </a:solidFill>
              </a:rPr>
              <a:t>Griffis</a:t>
            </a:r>
            <a:r>
              <a:rPr lang="en-US" sz="1100" dirty="0">
                <a:solidFill>
                  <a:schemeClr val="tx1"/>
                </a:solidFill>
              </a:rPr>
              <a:t>, V. W. 2011. Getting from here to where? Flood frequency analysis and climate. Journal of the American Water Resources Association, 47(3), 506–513. </a:t>
            </a:r>
          </a:p>
          <a:p>
            <a:pPr marL="171450" indent="-171450">
              <a:buFontTx/>
              <a:buChar char="-"/>
            </a:pPr>
            <a:r>
              <a:rPr lang="en-US" sz="1100" dirty="0" err="1">
                <a:solidFill>
                  <a:schemeClr val="tx1"/>
                </a:solidFill>
              </a:rPr>
              <a:t>Serinaldi</a:t>
            </a:r>
            <a:r>
              <a:rPr lang="en-US" sz="1100" dirty="0">
                <a:solidFill>
                  <a:schemeClr val="tx1"/>
                </a:solidFill>
              </a:rPr>
              <a:t>, F. and Kilsby, C.G., 2015. Stationarity is undead: Uncertainty dominates the distribution of extremes. Advances in Water Resources, 77, pp.17-36.</a:t>
            </a:r>
            <a:endParaRPr lang="en-AU" sz="1100" dirty="0">
              <a:solidFill>
                <a:schemeClr val="tx1"/>
              </a:solidFill>
            </a:endParaRPr>
          </a:p>
          <a:p>
            <a:endParaRPr lang="en-AU" sz="1200" dirty="0"/>
          </a:p>
        </p:txBody>
      </p:sp>
      <p:sp>
        <p:nvSpPr>
          <p:cNvPr id="12" name="TextBox 11">
            <a:extLst>
              <a:ext uri="{FF2B5EF4-FFF2-40B4-BE49-F238E27FC236}">
                <a16:creationId xmlns:a16="http://schemas.microsoft.com/office/drawing/2014/main" id="{326CFF0E-0FA6-2195-8DE3-F7D4C676233F}"/>
              </a:ext>
            </a:extLst>
          </p:cNvPr>
          <p:cNvSpPr txBox="1"/>
          <p:nvPr/>
        </p:nvSpPr>
        <p:spPr>
          <a:xfrm>
            <a:off x="762000" y="1212830"/>
            <a:ext cx="1600200" cy="338554"/>
          </a:xfrm>
          <a:prstGeom prst="rect">
            <a:avLst/>
          </a:prstGeom>
          <a:noFill/>
        </p:spPr>
        <p:txBody>
          <a:bodyPr wrap="square">
            <a:spAutoFit/>
          </a:bodyPr>
          <a:lstStyle/>
          <a:p>
            <a:pPr marL="0" indent="0">
              <a:buNone/>
            </a:pPr>
            <a:r>
              <a:rPr lang="en-AU" sz="1600" dirty="0"/>
              <a:t>- ‘best’ model </a:t>
            </a:r>
          </a:p>
        </p:txBody>
      </p:sp>
      <p:sp>
        <p:nvSpPr>
          <p:cNvPr id="3" name="TextBox 2">
            <a:extLst>
              <a:ext uri="{FF2B5EF4-FFF2-40B4-BE49-F238E27FC236}">
                <a16:creationId xmlns:a16="http://schemas.microsoft.com/office/drawing/2014/main" id="{56BEF3FC-F9E2-8E18-B2CB-20AEFF00D34C}"/>
              </a:ext>
            </a:extLst>
          </p:cNvPr>
          <p:cNvSpPr txBox="1"/>
          <p:nvPr/>
        </p:nvSpPr>
        <p:spPr>
          <a:xfrm>
            <a:off x="762000" y="2920246"/>
            <a:ext cx="2438400" cy="338554"/>
          </a:xfrm>
          <a:prstGeom prst="rect">
            <a:avLst/>
          </a:prstGeom>
          <a:noFill/>
        </p:spPr>
        <p:txBody>
          <a:bodyPr wrap="square">
            <a:spAutoFit/>
          </a:bodyPr>
          <a:lstStyle/>
          <a:p>
            <a:pPr marL="0" indent="0">
              <a:buNone/>
            </a:pPr>
            <a:r>
              <a:rPr lang="en-AU" sz="1600" dirty="0"/>
              <a:t>- ‘best’ covariate </a:t>
            </a:r>
          </a:p>
        </p:txBody>
      </p:sp>
    </p:spTree>
    <p:extLst>
      <p:ext uri="{BB962C8B-B14F-4D97-AF65-F5344CB8AC3E}">
        <p14:creationId xmlns:p14="http://schemas.microsoft.com/office/powerpoint/2010/main" val="2787500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21C729B-89D2-CA6D-A2F9-7C7510BF6EB2}"/>
              </a:ext>
            </a:extLst>
          </p:cNvPr>
          <p:cNvSpPr>
            <a:spLocks noGrp="1"/>
          </p:cNvSpPr>
          <p:nvPr>
            <p:ph type="title" idx="4294967295"/>
          </p:nvPr>
        </p:nvSpPr>
        <p:spPr>
          <a:xfrm>
            <a:off x="628650" y="-993775"/>
            <a:ext cx="7886700" cy="993775"/>
          </a:xfrm>
          <a:prstGeom prst="rect">
            <a:avLst/>
          </a:prstGeom>
        </p:spPr>
        <p:txBody>
          <a:bodyPr anchor="b"/>
          <a:lstStyle/>
          <a:p>
            <a:r>
              <a:rPr lang="en-AU" dirty="0"/>
              <a:t>End slide with university and social links</a:t>
            </a:r>
          </a:p>
        </p:txBody>
      </p:sp>
      <p:sp>
        <p:nvSpPr>
          <p:cNvPr id="2" name="Text Placeholder 1">
            <a:extLst>
              <a:ext uri="{FF2B5EF4-FFF2-40B4-BE49-F238E27FC236}">
                <a16:creationId xmlns:a16="http://schemas.microsoft.com/office/drawing/2014/main" id="{6AB339CD-B7C1-7300-BACB-DA558F2FC530}"/>
              </a:ext>
            </a:extLst>
          </p:cNvPr>
          <p:cNvSpPr>
            <a:spLocks noGrp="1"/>
          </p:cNvSpPr>
          <p:nvPr>
            <p:ph type="body" sz="quarter" idx="12"/>
          </p:nvPr>
        </p:nvSpPr>
        <p:spPr/>
        <p:txBody>
          <a:bodyPr/>
          <a:lstStyle/>
          <a:p>
            <a:pPr marL="12700">
              <a:lnSpc>
                <a:spcPct val="100000"/>
              </a:lnSpc>
              <a:spcBef>
                <a:spcPts val="100"/>
              </a:spcBef>
            </a:pPr>
            <a:r>
              <a:rPr lang="en-AU" sz="1000" b="1" dirty="0">
                <a:latin typeface="Arial"/>
                <a:cs typeface="Arial"/>
              </a:rPr>
              <a:t>Conrad Wasko</a:t>
            </a:r>
            <a:endParaRPr lang="en-AU" sz="1000" dirty="0">
              <a:latin typeface="Arial"/>
              <a:cs typeface="Arial"/>
            </a:endParaRPr>
          </a:p>
          <a:p>
            <a:pPr marL="12700" marR="711200">
              <a:lnSpc>
                <a:spcPct val="100000"/>
              </a:lnSpc>
            </a:pPr>
            <a:r>
              <a:rPr lang="en-AU" dirty="0">
                <a:latin typeface="Arial"/>
                <a:cs typeface="Arial"/>
              </a:rPr>
              <a:t>Sydney Horizon Fellow</a:t>
            </a:r>
          </a:p>
          <a:p>
            <a:pPr marL="12700" marR="711200"/>
            <a:r>
              <a:rPr lang="en-AU" dirty="0">
                <a:cs typeface="Arial"/>
              </a:rPr>
              <a:t>Editor Journal of Hydrology X</a:t>
            </a:r>
          </a:p>
          <a:p>
            <a:pPr marL="12700">
              <a:lnSpc>
                <a:spcPct val="100000"/>
              </a:lnSpc>
            </a:pPr>
            <a:r>
              <a:rPr lang="en-AU" sz="1000" spc="-10" dirty="0">
                <a:latin typeface="Arial"/>
                <a:cs typeface="Arial"/>
                <a:hlinkClick r:id="rId3"/>
              </a:rPr>
              <a:t>first.last@sydney.edu.au</a:t>
            </a:r>
            <a:endParaRPr lang="en-AU" sz="1000" dirty="0">
              <a:latin typeface="Arial"/>
              <a:cs typeface="Arial"/>
            </a:endParaRPr>
          </a:p>
          <a:p>
            <a:pPr>
              <a:lnSpc>
                <a:spcPct val="100000"/>
              </a:lnSpc>
              <a:spcBef>
                <a:spcPts val="50"/>
              </a:spcBef>
            </a:pPr>
            <a:endParaRPr lang="en-AU" sz="1000" dirty="0">
              <a:latin typeface="Arial"/>
              <a:cs typeface="Arial"/>
            </a:endParaRPr>
          </a:p>
          <a:p>
            <a:pPr marL="12700">
              <a:lnSpc>
                <a:spcPct val="100000"/>
              </a:lnSpc>
            </a:pPr>
            <a:r>
              <a:rPr lang="en-AU" sz="1000" b="1" spc="-10" dirty="0">
                <a:latin typeface="Arial"/>
                <a:cs typeface="Arial"/>
              </a:rPr>
              <a:t>conrad.wasko@sydney.edu.au</a:t>
            </a:r>
            <a:endParaRPr lang="en-AU" sz="1000" dirty="0">
              <a:latin typeface="Arial"/>
              <a:cs typeface="Arial"/>
            </a:endParaRPr>
          </a:p>
        </p:txBody>
      </p:sp>
      <p:pic>
        <p:nvPicPr>
          <p:cNvPr id="3" name="Picture 2" descr="Go to journal home page - Journal of Hydrology X">
            <a:extLst>
              <a:ext uri="{FF2B5EF4-FFF2-40B4-BE49-F238E27FC236}">
                <a16:creationId xmlns:a16="http://schemas.microsoft.com/office/drawing/2014/main" id="{78F836BB-34BE-A7EB-1F5E-69A06016F6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209550"/>
            <a:ext cx="3414713" cy="455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576822"/>
      </p:ext>
    </p:extLst>
  </p:cSld>
  <p:clrMapOvr>
    <a:masterClrMapping/>
  </p:clrMapOvr>
</p:sld>
</file>

<file path=ppt/theme/theme1.xml><?xml version="1.0" encoding="utf-8"?>
<a:theme xmlns:a="http://schemas.openxmlformats.org/drawingml/2006/main" name="Title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cknowledgement of Country">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apter break">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Graphic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ontent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F02B60A59AE044AC65EAA1B46DF531" ma:contentTypeVersion="13" ma:contentTypeDescription="Create a new document." ma:contentTypeScope="" ma:versionID="e6ff1feb4bda8ef54c41c45c58648c1e">
  <xsd:schema xmlns:xsd="http://www.w3.org/2001/XMLSchema" xmlns:xs="http://www.w3.org/2001/XMLSchema" xmlns:p="http://schemas.microsoft.com/office/2006/metadata/properties" xmlns:ns3="a484cc7d-3ad7-4315-bec2-94c66f3e85e0" targetNamespace="http://schemas.microsoft.com/office/2006/metadata/properties" ma:root="true" ma:fieldsID="bf2a7be4952b10527d54b057f2ab288c" ns3:_="">
    <xsd:import namespace="a484cc7d-3ad7-4315-bec2-94c66f3e85e0"/>
    <xsd:element name="properties">
      <xsd:complexType>
        <xsd:sequence>
          <xsd:element name="documentManagement">
            <xsd:complexType>
              <xsd:all>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84cc7d-3ad7-4315-bec2-94c66f3e85e0"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484cc7d-3ad7-4315-bec2-94c66f3e85e0" xsi:nil="true"/>
  </documentManagement>
</p:properties>
</file>

<file path=customXml/itemProps1.xml><?xml version="1.0" encoding="utf-8"?>
<ds:datastoreItem xmlns:ds="http://schemas.openxmlformats.org/officeDocument/2006/customXml" ds:itemID="{1D3027B4-63DD-4216-A21B-7EB871038A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84cc7d-3ad7-4315-bec2-94c66f3e85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7A9A00-EE59-4978-9016-4FAB45515C29}">
  <ds:schemaRefs>
    <ds:schemaRef ds:uri="http://schemas.microsoft.com/sharepoint/v3/contenttype/forms"/>
  </ds:schemaRefs>
</ds:datastoreItem>
</file>

<file path=customXml/itemProps3.xml><?xml version="1.0" encoding="utf-8"?>
<ds:datastoreItem xmlns:ds="http://schemas.openxmlformats.org/officeDocument/2006/customXml" ds:itemID="{A6B35EDB-DF1D-4B20-8D17-6BF5A5DE139C}">
  <ds:schemaRefs>
    <ds:schemaRef ds:uri="a484cc7d-3ad7-4315-bec2-94c66f3e85e0"/>
    <ds:schemaRef ds:uri="http://purl.org/dc/dcmitype/"/>
    <ds:schemaRef ds:uri="http://www.w3.org/XML/1998/namespace"/>
    <ds:schemaRef ds:uri="http://purl.org/dc/elements/1.1/"/>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purl.org/dc/terms/"/>
  </ds:schemaRefs>
</ds:datastoreItem>
</file>

<file path=docMetadata/LabelInfo.xml><?xml version="1.0" encoding="utf-8"?>
<clbl:labelList xmlns:clbl="http://schemas.microsoft.com/office/2020/mipLabelMetadata">
  <clbl:label id="{82b3e37e-8171-485d-b10b-38dae7ed14a8}" enabled="0" method="" siteId="{82b3e37e-8171-485d-b10b-38dae7ed14a8}" removed="1"/>
</clbl:labelList>
</file>

<file path=docProps/app.xml><?xml version="1.0" encoding="utf-8"?>
<Properties xmlns="http://schemas.openxmlformats.org/officeDocument/2006/extended-properties" xmlns:vt="http://schemas.openxmlformats.org/officeDocument/2006/docPropsVTypes">
  <Template/>
  <TotalTime>9195</TotalTime>
  <Words>1068</Words>
  <Application>Microsoft Office PowerPoint</Application>
  <PresentationFormat>On-screen Show (16:9)</PresentationFormat>
  <Paragraphs>102</Paragraphs>
  <Slides>34</Slides>
  <Notes>5</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34</vt:i4>
      </vt:variant>
    </vt:vector>
  </HeadingPairs>
  <TitlesOfParts>
    <vt:vector size="44" baseType="lpstr">
      <vt:lpstr>Arial</vt:lpstr>
      <vt:lpstr>Calibri</vt:lpstr>
      <vt:lpstr>System Font Regular</vt:lpstr>
      <vt:lpstr>Times</vt:lpstr>
      <vt:lpstr>Times New Roman</vt:lpstr>
      <vt:lpstr>Title slides</vt:lpstr>
      <vt:lpstr>Acknowledgement of Country</vt:lpstr>
      <vt:lpstr>Chapter break</vt:lpstr>
      <vt:lpstr>Graphic slides</vt:lpstr>
      <vt:lpstr>Content slides</vt:lpstr>
      <vt:lpstr>Non-stationary rainfall modelling</vt:lpstr>
      <vt:lpstr>References</vt:lpstr>
      <vt:lpstr>Outline</vt:lpstr>
      <vt:lpstr>Motivation</vt:lpstr>
      <vt:lpstr>Theoretical basis </vt:lpstr>
      <vt:lpstr>The GEV</vt:lpstr>
      <vt:lpstr>Tail behaviour</vt:lpstr>
      <vt:lpstr>Demo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Choices</vt:lpstr>
      <vt:lpstr>Plotting positions and probability plots</vt:lpstr>
      <vt:lpstr>Non-stationarity</vt:lpstr>
      <vt:lpstr>The GEV</vt:lpstr>
      <vt:lpstr>Non-stationary extreme value distribution</vt:lpstr>
      <vt:lpstr>PowerPoint Presentation</vt:lpstr>
      <vt:lpstr>PowerPoint Presentation</vt:lpstr>
      <vt:lpstr>PowerPoint Presentation</vt:lpstr>
      <vt:lpstr>PowerPoint Presentation</vt:lpstr>
      <vt:lpstr>Now I want you to do an example…</vt:lpstr>
      <vt:lpstr>PowerPoint Presentation</vt:lpstr>
      <vt:lpstr>PowerPoint Presentation</vt:lpstr>
      <vt:lpstr>Inductive vs deductive reasoning</vt:lpstr>
      <vt:lpstr>A physical basis</vt:lpstr>
      <vt:lpstr>PowerPoint Presentation</vt:lpstr>
      <vt:lpstr>PowerPoint Presentation</vt:lpstr>
      <vt:lpstr>PowerPoint Presentation</vt:lpstr>
      <vt:lpstr>Further reading</vt:lpstr>
      <vt:lpstr>End slide with university and social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guide to using our University PowerPoint template</dc:title>
  <cp:lastModifiedBy>Conrad Wasko</cp:lastModifiedBy>
  <cp:revision>122</cp:revision>
  <dcterms:created xsi:type="dcterms:W3CDTF">2022-10-08T02:11:21Z</dcterms:created>
  <dcterms:modified xsi:type="dcterms:W3CDTF">2026-07-08T06:13:50Z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2022-10-08T00:00:00Z</vt:filetime>
  </property>
  <property fmtid="{D5CDD505-2E9C-101B-9397-08002B2CF9AE}" pid="3" name="Creator">
    <vt:lpwstr>Adobe InDesign 17.0 (Macintosh)</vt:lpwstr>
  </property>
  <property fmtid="{D5CDD505-2E9C-101B-9397-08002B2CF9AE}" pid="4" name="LastSaved">
    <vt:filetime>2022-10-08T00:00:00Z</vt:filetime>
  </property>
  <property fmtid="{D5CDD505-2E9C-101B-9397-08002B2CF9AE}" pid="5" name="Producer">
    <vt:lpwstr>Adobe PDF Library 16.0.3</vt:lpwstr>
  </property>
  <property fmtid="{D5CDD505-2E9C-101B-9397-08002B2CF9AE}" pid="6" name="ContentTypeId">
    <vt:lpwstr>0x01010002F02B60A59AE044AC65EAA1B46DF531</vt:lpwstr>
  </property>
</Properties>
</file>